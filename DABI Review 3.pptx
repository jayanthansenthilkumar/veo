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4" r:id="rId9"/>
    <p:sldId id="265" r:id="rId10"/>
    <p:sldId id="266" r:id="rId11"/>
    <p:sldId id="267" r:id="rId12"/>
    <p:sldId id="270" r:id="rId13"/>
    <p:sldId id="271" r:id="rId14"/>
    <p:sldId id="272" r:id="rId15"/>
    <p:sldId id="273" r:id="rId16"/>
    <p:sldId id="274" r:id="rId17"/>
    <p:sldId id="275"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AOdBRk0Ei+EmMBaJuFFsw8S/9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6E528E2-9C6F-4A5B-A265-2F173A5950FF}">
  <a:tblStyle styleId="{46E528E2-9C6F-4A5B-A265-2F173A5950FF}" styleName="Table_0">
    <a:wholeTbl>
      <a:tcTxStyle b="off" i="off">
        <a:font>
          <a:latin typeface="Tw Cen MT"/>
          <a:ea typeface="Tw Cen MT"/>
          <a:cs typeface="Tw Cen MT"/>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6E6E6"/>
          </a:solidFill>
        </a:fill>
      </a:tcStyle>
    </a:band1H>
    <a:band2H>
      <a:tcTxStyle/>
      <a:tcStyle>
        <a:tcBdr/>
      </a:tcStyle>
    </a:band2H>
    <a:band1V>
      <a:tcTxStyle/>
      <a:tcStyle>
        <a:tcBdr/>
        <a:fill>
          <a:solidFill>
            <a:srgbClr val="E6E6E6"/>
          </a:solidFill>
        </a:fill>
      </a:tcStyle>
    </a:band1V>
    <a:band2V>
      <a:tcTxStyle/>
      <a:tcStyle>
        <a:tcBdr/>
      </a:tcStyle>
    </a:band2V>
    <a:lastCol>
      <a:tcTxStyle b="on" i="off">
        <a:font>
          <a:latin typeface="Tw Cen MT"/>
          <a:ea typeface="Tw Cen MT"/>
          <a:cs typeface="Tw Cen MT"/>
        </a:font>
        <a:schemeClr val="lt1"/>
      </a:tcTxStyle>
      <a:tcStyle>
        <a:tcBdr/>
        <a:fill>
          <a:solidFill>
            <a:schemeClr val="accent2"/>
          </a:solidFill>
        </a:fill>
      </a:tcStyle>
    </a:lastCol>
    <a:firstCol>
      <a:tcTxStyle b="on" i="off">
        <a:font>
          <a:latin typeface="Tw Cen MT"/>
          <a:ea typeface="Tw Cen MT"/>
          <a:cs typeface="Tw Cen MT"/>
        </a:font>
        <a:schemeClr val="lt1"/>
      </a:tcTxStyle>
      <a:tcStyle>
        <a:tcBdr/>
        <a:fill>
          <a:solidFill>
            <a:schemeClr val="accent2"/>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Tw Cen MT"/>
          <a:ea typeface="Tw Cen MT"/>
          <a:cs typeface="Tw Cen MT"/>
        </a:font>
        <a:schemeClr val="dk1"/>
      </a:tcTxStyle>
      <a:tcStyle>
        <a:tcBdr/>
      </a:tcStyle>
    </a:seCell>
    <a:swCell>
      <a:tcTxStyle b="on" i="off">
        <a:font>
          <a:latin typeface="Tw Cen MT"/>
          <a:ea typeface="Tw Cen MT"/>
          <a:cs typeface="Tw Cen MT"/>
        </a:font>
        <a:schemeClr val="dk1"/>
      </a:tcTxStyle>
      <a:tcStyle>
        <a:tcBdr/>
      </a:tcStyle>
    </a:swCell>
    <a:firstRow>
      <a:tcTxStyle b="on" i="off">
        <a:font>
          <a:latin typeface="Tw Cen MT"/>
          <a:ea typeface="Tw Cen MT"/>
          <a:cs typeface="Tw Cen MT"/>
        </a:font>
        <a:schemeClr val="lt1"/>
      </a:tcTxStyle>
      <a:tcStyle>
        <a:tcBdr>
          <a:bottom>
            <a:ln w="25400" cap="flat" cmpd="sng">
              <a:solidFill>
                <a:schemeClr val="dk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072738F9-FE69-4A4A-92DF-1E91E7B3C4F2}" styleName="Table_1">
    <a:wholeTbl>
      <a:tcTxStyle b="off" i="off">
        <a:font>
          <a:latin typeface="Tw Cen MT"/>
          <a:ea typeface="Tw Cen MT"/>
          <a:cs typeface="Tw Cen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F6EE"/>
          </a:solidFill>
        </a:fill>
      </a:tcStyle>
    </a:wholeTbl>
    <a:band1H>
      <a:tcTxStyle/>
      <a:tcStyle>
        <a:tcBdr/>
        <a:fill>
          <a:solidFill>
            <a:srgbClr val="CFEEDB"/>
          </a:solidFill>
        </a:fill>
      </a:tcStyle>
    </a:band1H>
    <a:band2H>
      <a:tcTxStyle/>
      <a:tcStyle>
        <a:tcBdr/>
      </a:tcStyle>
    </a:band2H>
    <a:band1V>
      <a:tcTxStyle/>
      <a:tcStyle>
        <a:tcBdr/>
        <a:fill>
          <a:solidFill>
            <a:srgbClr val="CFEEDB"/>
          </a:solidFill>
        </a:fill>
      </a:tcStyle>
    </a:band1V>
    <a:band2V>
      <a:tcTxStyle/>
      <a:tcStyle>
        <a:tcBdr/>
      </a:tcStyle>
    </a:band2V>
    <a:lastCol>
      <a:tcTxStyle b="on" i="off">
        <a:font>
          <a:latin typeface="Tw Cen MT"/>
          <a:ea typeface="Tw Cen MT"/>
          <a:cs typeface="Tw Cen MT"/>
        </a:font>
        <a:schemeClr val="lt1"/>
      </a:tcTxStyle>
      <a:tcStyle>
        <a:tcBdr/>
        <a:fill>
          <a:solidFill>
            <a:schemeClr val="accent1"/>
          </a:solidFill>
        </a:fill>
      </a:tcStyle>
    </a:lastCol>
    <a:firstCol>
      <a:tcTxStyle b="on" i="off">
        <a:font>
          <a:latin typeface="Tw Cen MT"/>
          <a:ea typeface="Tw Cen MT"/>
          <a:cs typeface="Tw Cen MT"/>
        </a:font>
        <a:schemeClr val="lt1"/>
      </a:tcTxStyle>
      <a:tcStyle>
        <a:tcBdr/>
        <a:fill>
          <a:solidFill>
            <a:schemeClr val="accent1"/>
          </a:solidFill>
        </a:fill>
      </a:tcStyle>
    </a:firstCol>
    <a:lastRow>
      <a:tcTxStyle b="on" i="off">
        <a:font>
          <a:latin typeface="Tw Cen MT"/>
          <a:ea typeface="Tw Cen MT"/>
          <a:cs typeface="Tw Cen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w Cen MT"/>
          <a:ea typeface="Tw Cen MT"/>
          <a:cs typeface="Tw Cen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 name="Google Shape;44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 name="Google Shape;45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56"/>
        <p:cNvGrpSpPr/>
        <p:nvPr/>
      </p:nvGrpSpPr>
      <p:grpSpPr>
        <a:xfrm>
          <a:off x="0" y="0"/>
          <a:ext cx="0" cy="0"/>
          <a:chOff x="0" y="0"/>
          <a:chExt cx="0" cy="0"/>
        </a:xfrm>
      </p:grpSpPr>
      <p:pic>
        <p:nvPicPr>
          <p:cNvPr id="57" name="Google Shape;57;p23" descr="\\DROBO-FS\QuickDrops\JB\PPTX NG\Droplets\LightingOverlay.png"/>
          <p:cNvPicPr preferRelativeResize="0"/>
          <p:nvPr/>
        </p:nvPicPr>
        <p:blipFill rotWithShape="1">
          <a:blip r:embed="rId2">
            <a:alphaModFix amt="30000"/>
          </a:blip>
          <a:srcRect/>
          <a:stretch/>
        </p:blipFill>
        <p:spPr>
          <a:xfrm>
            <a:off x="0" y="-1"/>
            <a:ext cx="12192003" cy="6858001"/>
          </a:xfrm>
          <a:prstGeom prst="rect">
            <a:avLst/>
          </a:prstGeom>
          <a:noFill/>
          <a:ln>
            <a:noFill/>
          </a:ln>
        </p:spPr>
      </p:pic>
      <p:grpSp>
        <p:nvGrpSpPr>
          <p:cNvPr id="58" name="Google Shape;58;p23"/>
          <p:cNvGrpSpPr/>
          <p:nvPr/>
        </p:nvGrpSpPr>
        <p:grpSpPr>
          <a:xfrm>
            <a:off x="0" y="0"/>
            <a:ext cx="2305051" cy="6858001"/>
            <a:chOff x="0" y="0"/>
            <a:chExt cx="2305051" cy="6858001"/>
          </a:xfrm>
        </p:grpSpPr>
        <p:sp>
          <p:nvSpPr>
            <p:cNvPr id="59" name="Google Shape;59;p23"/>
            <p:cNvSpPr/>
            <p:nvPr/>
          </p:nvSpPr>
          <p:spPr>
            <a:xfrm>
              <a:off x="1209675" y="4763"/>
              <a:ext cx="23813" cy="2181225"/>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3"/>
            <p:cNvSpPr/>
            <p:nvPr/>
          </p:nvSpPr>
          <p:spPr>
            <a:xfrm>
              <a:off x="1128713" y="21764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3"/>
            <p:cNvSpPr/>
            <p:nvPr/>
          </p:nvSpPr>
          <p:spPr>
            <a:xfrm>
              <a:off x="1123950" y="402113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3"/>
            <p:cNvSpPr/>
            <p:nvPr/>
          </p:nvSpPr>
          <p:spPr>
            <a:xfrm>
              <a:off x="414338" y="9525"/>
              <a:ext cx="28575" cy="4481513"/>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3"/>
            <p:cNvSpPr/>
            <p:nvPr/>
          </p:nvSpPr>
          <p:spPr>
            <a:xfrm>
              <a:off x="333375"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3"/>
            <p:cNvSpPr/>
            <p:nvPr/>
          </p:nvSpPr>
          <p:spPr>
            <a:xfrm>
              <a:off x="190500" y="9525"/>
              <a:ext cx="152400" cy="908050"/>
            </a:xfrm>
            <a:custGeom>
              <a:avLst/>
              <a:gdLst/>
              <a:ahLst/>
              <a:cxnLst/>
              <a:rect l="l" t="t" r="r" b="b"/>
              <a:pathLst>
                <a:path w="96" h="572" extrusionOk="0">
                  <a:moveTo>
                    <a:pt x="15" y="572"/>
                  </a:moveTo>
                  <a:lnTo>
                    <a:pt x="0" y="566"/>
                  </a:lnTo>
                  <a:lnTo>
                    <a:pt x="81" y="380"/>
                  </a:lnTo>
                  <a:lnTo>
                    <a:pt x="81" y="0"/>
                  </a:lnTo>
                  <a:lnTo>
                    <a:pt x="96" y="0"/>
                  </a:lnTo>
                  <a:lnTo>
                    <a:pt x="96" y="383"/>
                  </a:lnTo>
                  <a:lnTo>
                    <a:pt x="15" y="572"/>
                  </a:lnTo>
                  <a:close/>
                </a:path>
              </a:pathLst>
            </a:custGeom>
            <a:gradFill>
              <a:gsLst>
                <a:gs pos="0">
                  <a:schemeClr val="lt2"/>
                </a:gs>
                <a:gs pos="100000">
                  <a:srgbClr val="3B4B54"/>
                </a:gs>
              </a:gsLst>
              <a:lin ang="5400000" scaled="0"/>
            </a:gradFill>
            <a:ln>
              <a:noFill/>
            </a:ln>
          </p:spPr>
        </p:sp>
        <p:sp>
          <p:nvSpPr>
            <p:cNvPr id="65" name="Google Shape;65;p23"/>
            <p:cNvSpPr/>
            <p:nvPr/>
          </p:nvSpPr>
          <p:spPr>
            <a:xfrm>
              <a:off x="1290638" y="14288"/>
              <a:ext cx="376238" cy="1801813"/>
            </a:xfrm>
            <a:custGeom>
              <a:avLst/>
              <a:gdLst/>
              <a:ahLst/>
              <a:cxnLst/>
              <a:rect l="l" t="t" r="r" b="b"/>
              <a:pathLst>
                <a:path w="237" h="1135" extrusionOk="0">
                  <a:moveTo>
                    <a:pt x="222" y="1135"/>
                  </a:moveTo>
                  <a:lnTo>
                    <a:pt x="0" y="620"/>
                  </a:lnTo>
                  <a:lnTo>
                    <a:pt x="0" y="0"/>
                  </a:lnTo>
                  <a:lnTo>
                    <a:pt x="18" y="0"/>
                  </a:lnTo>
                  <a:lnTo>
                    <a:pt x="18" y="617"/>
                  </a:lnTo>
                  <a:lnTo>
                    <a:pt x="237" y="1129"/>
                  </a:lnTo>
                  <a:lnTo>
                    <a:pt x="222" y="1135"/>
                  </a:lnTo>
                  <a:close/>
                </a:path>
              </a:pathLst>
            </a:custGeom>
            <a:gradFill>
              <a:gsLst>
                <a:gs pos="0">
                  <a:schemeClr val="lt2"/>
                </a:gs>
                <a:gs pos="100000">
                  <a:srgbClr val="3B4B54"/>
                </a:gs>
              </a:gsLst>
              <a:lin ang="5400000" scaled="0"/>
            </a:gradFill>
            <a:ln>
              <a:noFill/>
            </a:ln>
          </p:spPr>
        </p:sp>
        <p:sp>
          <p:nvSpPr>
            <p:cNvPr id="66" name="Google Shape;66;p23"/>
            <p:cNvSpPr/>
            <p:nvPr/>
          </p:nvSpPr>
          <p:spPr>
            <a:xfrm>
              <a:off x="1600200" y="180181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3"/>
            <p:cNvSpPr/>
            <p:nvPr/>
          </p:nvSpPr>
          <p:spPr>
            <a:xfrm>
              <a:off x="1381125" y="9525"/>
              <a:ext cx="371475" cy="1425575"/>
            </a:xfrm>
            <a:custGeom>
              <a:avLst/>
              <a:gdLst/>
              <a:ahLst/>
              <a:cxnLst/>
              <a:rect l="l" t="t" r="r" b="b"/>
              <a:pathLst>
                <a:path w="234" h="898" extrusionOk="0">
                  <a:moveTo>
                    <a:pt x="219" y="898"/>
                  </a:moveTo>
                  <a:lnTo>
                    <a:pt x="0" y="383"/>
                  </a:lnTo>
                  <a:lnTo>
                    <a:pt x="0" y="0"/>
                  </a:lnTo>
                  <a:lnTo>
                    <a:pt x="15" y="0"/>
                  </a:lnTo>
                  <a:lnTo>
                    <a:pt x="15" y="380"/>
                  </a:lnTo>
                  <a:lnTo>
                    <a:pt x="234" y="892"/>
                  </a:lnTo>
                  <a:lnTo>
                    <a:pt x="219" y="898"/>
                  </a:lnTo>
                  <a:close/>
                </a:path>
              </a:pathLst>
            </a:custGeom>
            <a:gradFill>
              <a:gsLst>
                <a:gs pos="0">
                  <a:schemeClr val="lt2"/>
                </a:gs>
                <a:gs pos="100000">
                  <a:srgbClr val="3B4B54"/>
                </a:gs>
              </a:gsLst>
              <a:lin ang="5400000" scaled="0"/>
            </a:gradFill>
            <a:ln>
              <a:noFill/>
            </a:ln>
          </p:spPr>
        </p:sp>
        <p:sp>
          <p:nvSpPr>
            <p:cNvPr id="68" name="Google Shape;68;p23"/>
            <p:cNvSpPr/>
            <p:nvPr/>
          </p:nvSpPr>
          <p:spPr>
            <a:xfrm>
              <a:off x="1643063" y="0"/>
              <a:ext cx="152400" cy="912813"/>
            </a:xfrm>
            <a:custGeom>
              <a:avLst/>
              <a:gdLst/>
              <a:ahLst/>
              <a:cxnLst/>
              <a:rect l="l" t="t" r="r" b="b"/>
              <a:pathLst>
                <a:path w="96" h="575" extrusionOk="0">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3B4B54"/>
                </a:gs>
              </a:gsLst>
              <a:lin ang="5400000" scaled="0"/>
            </a:gradFill>
            <a:ln>
              <a:noFill/>
            </a:ln>
          </p:spPr>
        </p:sp>
        <p:sp>
          <p:nvSpPr>
            <p:cNvPr id="69" name="Google Shape;69;p23"/>
            <p:cNvSpPr/>
            <p:nvPr/>
          </p:nvSpPr>
          <p:spPr>
            <a:xfrm>
              <a:off x="1685925" y="14208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3"/>
            <p:cNvSpPr/>
            <p:nvPr/>
          </p:nvSpPr>
          <p:spPr>
            <a:xfrm>
              <a:off x="168592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3"/>
            <p:cNvSpPr/>
            <p:nvPr/>
          </p:nvSpPr>
          <p:spPr>
            <a:xfrm>
              <a:off x="1743075" y="4763"/>
              <a:ext cx="419100" cy="522288"/>
            </a:xfrm>
            <a:custGeom>
              <a:avLst/>
              <a:gdLst/>
              <a:ahLst/>
              <a:cxnLst/>
              <a:rect l="l" t="t" r="r" b="b"/>
              <a:pathLst>
                <a:path w="264" h="329" extrusionOk="0">
                  <a:moveTo>
                    <a:pt x="252" y="329"/>
                  </a:moveTo>
                  <a:lnTo>
                    <a:pt x="45" y="120"/>
                  </a:lnTo>
                  <a:lnTo>
                    <a:pt x="0" y="6"/>
                  </a:lnTo>
                  <a:lnTo>
                    <a:pt x="15" y="0"/>
                  </a:lnTo>
                  <a:lnTo>
                    <a:pt x="60" y="111"/>
                  </a:lnTo>
                  <a:lnTo>
                    <a:pt x="264" y="317"/>
                  </a:lnTo>
                  <a:lnTo>
                    <a:pt x="252" y="329"/>
                  </a:lnTo>
                  <a:close/>
                </a:path>
              </a:pathLst>
            </a:custGeom>
            <a:gradFill>
              <a:gsLst>
                <a:gs pos="0">
                  <a:schemeClr val="lt2"/>
                </a:gs>
                <a:gs pos="100000">
                  <a:srgbClr val="3B4B54"/>
                </a:gs>
              </a:gsLst>
              <a:lin ang="5400000" scaled="0"/>
            </a:gradFill>
            <a:ln>
              <a:noFill/>
            </a:ln>
          </p:spPr>
        </p:sp>
        <p:sp>
          <p:nvSpPr>
            <p:cNvPr id="72" name="Google Shape;72;p23"/>
            <p:cNvSpPr/>
            <p:nvPr/>
          </p:nvSpPr>
          <p:spPr>
            <a:xfrm>
              <a:off x="2119313" y="488950"/>
              <a:ext cx="161925" cy="147638"/>
            </a:xfrm>
            <a:custGeom>
              <a:avLst/>
              <a:gdLst/>
              <a:ahLst/>
              <a:cxnLst/>
              <a:rect l="l" t="t" r="r" b="b"/>
              <a:pathLst>
                <a:path w="34" h="31" extrusionOk="0">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3"/>
            <p:cNvSpPr/>
            <p:nvPr/>
          </p:nvSpPr>
          <p:spPr>
            <a:xfrm>
              <a:off x="952500" y="4763"/>
              <a:ext cx="152400" cy="908050"/>
            </a:xfrm>
            <a:custGeom>
              <a:avLst/>
              <a:gdLst/>
              <a:ahLst/>
              <a:cxnLst/>
              <a:rect l="l" t="t" r="r" b="b"/>
              <a:pathLst>
                <a:path w="96" h="572" extrusionOk="0">
                  <a:moveTo>
                    <a:pt x="15" y="572"/>
                  </a:moveTo>
                  <a:lnTo>
                    <a:pt x="0" y="572"/>
                  </a:lnTo>
                  <a:lnTo>
                    <a:pt x="0" y="189"/>
                  </a:lnTo>
                  <a:lnTo>
                    <a:pt x="81" y="0"/>
                  </a:lnTo>
                  <a:lnTo>
                    <a:pt x="96" y="6"/>
                  </a:lnTo>
                  <a:lnTo>
                    <a:pt x="15" y="192"/>
                  </a:lnTo>
                  <a:lnTo>
                    <a:pt x="15" y="572"/>
                  </a:lnTo>
                  <a:close/>
                </a:path>
              </a:pathLst>
            </a:custGeom>
            <a:gradFill>
              <a:gsLst>
                <a:gs pos="0">
                  <a:schemeClr val="lt2"/>
                </a:gs>
                <a:gs pos="100000">
                  <a:srgbClr val="3B4B54"/>
                </a:gs>
              </a:gsLst>
              <a:lin ang="5400000" scaled="0"/>
            </a:gradFill>
            <a:ln>
              <a:noFill/>
            </a:ln>
          </p:spPr>
        </p:sp>
        <p:sp>
          <p:nvSpPr>
            <p:cNvPr id="74" name="Google Shape;74;p23"/>
            <p:cNvSpPr/>
            <p:nvPr/>
          </p:nvSpPr>
          <p:spPr>
            <a:xfrm>
              <a:off x="86677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3"/>
            <p:cNvSpPr/>
            <p:nvPr/>
          </p:nvSpPr>
          <p:spPr>
            <a:xfrm>
              <a:off x="890588" y="15541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3"/>
            <p:cNvSpPr/>
            <p:nvPr/>
          </p:nvSpPr>
          <p:spPr>
            <a:xfrm>
              <a:off x="738188" y="5622925"/>
              <a:ext cx="338138" cy="1216025"/>
            </a:xfrm>
            <a:custGeom>
              <a:avLst/>
              <a:gdLst/>
              <a:ahLst/>
              <a:cxnLst/>
              <a:rect l="l" t="t" r="r" b="b"/>
              <a:pathLst>
                <a:path w="213" h="766" extrusionOk="0">
                  <a:moveTo>
                    <a:pt x="213" y="766"/>
                  </a:moveTo>
                  <a:lnTo>
                    <a:pt x="195" y="766"/>
                  </a:lnTo>
                  <a:lnTo>
                    <a:pt x="195" y="464"/>
                  </a:lnTo>
                  <a:lnTo>
                    <a:pt x="0" y="6"/>
                  </a:lnTo>
                  <a:lnTo>
                    <a:pt x="12" y="0"/>
                  </a:lnTo>
                  <a:lnTo>
                    <a:pt x="213" y="461"/>
                  </a:lnTo>
                  <a:lnTo>
                    <a:pt x="213" y="766"/>
                  </a:lnTo>
                  <a:close/>
                </a:path>
              </a:pathLst>
            </a:custGeom>
            <a:gradFill>
              <a:gsLst>
                <a:gs pos="0">
                  <a:schemeClr val="lt2"/>
                </a:gs>
                <a:gs pos="100000">
                  <a:srgbClr val="3B4B54"/>
                </a:gs>
              </a:gsLst>
              <a:lin ang="5400000" scaled="0"/>
            </a:gradFill>
            <a:ln>
              <a:noFill/>
            </a:ln>
          </p:spPr>
        </p:sp>
        <p:sp>
          <p:nvSpPr>
            <p:cNvPr id="77" name="Google Shape;77;p23"/>
            <p:cNvSpPr/>
            <p:nvPr/>
          </p:nvSpPr>
          <p:spPr>
            <a:xfrm>
              <a:off x="647700" y="5480050"/>
              <a:ext cx="157163" cy="157163"/>
            </a:xfrm>
            <a:custGeom>
              <a:avLst/>
              <a:gdLst/>
              <a:ahLst/>
              <a:cxnLst/>
              <a:rect l="l" t="t" r="r" b="b"/>
              <a:pathLst>
                <a:path w="33" h="33" extrusionOk="0">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3"/>
            <p:cNvSpPr/>
            <p:nvPr/>
          </p:nvSpPr>
          <p:spPr>
            <a:xfrm>
              <a:off x="6667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3"/>
            <p:cNvSpPr/>
            <p:nvPr/>
          </p:nvSpPr>
          <p:spPr>
            <a:xfrm>
              <a:off x="0" y="3897313"/>
              <a:ext cx="133350" cy="266700"/>
            </a:xfrm>
            <a:custGeom>
              <a:avLst/>
              <a:gdLst/>
              <a:ahLst/>
              <a:cxnLst/>
              <a:rect l="l" t="t" r="r" b="b"/>
              <a:pathLst>
                <a:path w="84" h="168" extrusionOk="0">
                  <a:moveTo>
                    <a:pt x="69" y="168"/>
                  </a:moveTo>
                  <a:lnTo>
                    <a:pt x="0" y="6"/>
                  </a:lnTo>
                  <a:lnTo>
                    <a:pt x="12" y="0"/>
                  </a:lnTo>
                  <a:lnTo>
                    <a:pt x="84" y="162"/>
                  </a:lnTo>
                  <a:lnTo>
                    <a:pt x="69" y="168"/>
                  </a:lnTo>
                  <a:close/>
                </a:path>
              </a:pathLst>
            </a:custGeom>
            <a:gradFill>
              <a:gsLst>
                <a:gs pos="0">
                  <a:schemeClr val="lt2"/>
                </a:gs>
                <a:gs pos="100000">
                  <a:srgbClr val="3B4B54"/>
                </a:gs>
              </a:gsLst>
              <a:lin ang="5400000" scaled="0"/>
            </a:gradFill>
            <a:ln>
              <a:noFill/>
            </a:ln>
          </p:spPr>
        </p:sp>
        <p:sp>
          <p:nvSpPr>
            <p:cNvPr id="80" name="Google Shape;80;p23"/>
            <p:cNvSpPr/>
            <p:nvPr/>
          </p:nvSpPr>
          <p:spPr>
            <a:xfrm>
              <a:off x="66675" y="414972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3"/>
            <p:cNvSpPr/>
            <p:nvPr/>
          </p:nvSpPr>
          <p:spPr>
            <a:xfrm>
              <a:off x="0" y="1644650"/>
              <a:ext cx="133350" cy="269875"/>
            </a:xfrm>
            <a:custGeom>
              <a:avLst/>
              <a:gdLst/>
              <a:ahLst/>
              <a:cxnLst/>
              <a:rect l="l" t="t" r="r" b="b"/>
              <a:pathLst>
                <a:path w="84" h="170" extrusionOk="0">
                  <a:moveTo>
                    <a:pt x="12" y="170"/>
                  </a:moveTo>
                  <a:lnTo>
                    <a:pt x="0" y="164"/>
                  </a:lnTo>
                  <a:lnTo>
                    <a:pt x="69" y="0"/>
                  </a:lnTo>
                  <a:lnTo>
                    <a:pt x="84" y="6"/>
                  </a:lnTo>
                  <a:lnTo>
                    <a:pt x="12" y="170"/>
                  </a:lnTo>
                  <a:close/>
                </a:path>
              </a:pathLst>
            </a:custGeom>
            <a:gradFill>
              <a:gsLst>
                <a:gs pos="0">
                  <a:schemeClr val="lt2"/>
                </a:gs>
                <a:gs pos="100000">
                  <a:srgbClr val="3B4B54"/>
                </a:gs>
              </a:gsLst>
              <a:lin ang="5400000" scaled="0"/>
            </a:gradFill>
            <a:ln>
              <a:noFill/>
            </a:ln>
          </p:spPr>
        </p:sp>
        <p:sp>
          <p:nvSpPr>
            <p:cNvPr id="82" name="Google Shape;82;p23"/>
            <p:cNvSpPr/>
            <p:nvPr/>
          </p:nvSpPr>
          <p:spPr>
            <a:xfrm>
              <a:off x="66675" y="146843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3"/>
            <p:cNvSpPr/>
            <p:nvPr/>
          </p:nvSpPr>
          <p:spPr>
            <a:xfrm>
              <a:off x="695325" y="4763"/>
              <a:ext cx="309563" cy="1558925"/>
            </a:xfrm>
            <a:custGeom>
              <a:avLst/>
              <a:gdLst/>
              <a:ahLst/>
              <a:cxnLst/>
              <a:rect l="l" t="t" r="r" b="b"/>
              <a:pathLst>
                <a:path w="195" h="982" extrusionOk="0">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lt2"/>
                </a:gs>
                <a:gs pos="100000">
                  <a:srgbClr val="3B4B54"/>
                </a:gs>
              </a:gsLst>
              <a:lin ang="5400000" scaled="0"/>
            </a:gradFill>
            <a:ln>
              <a:noFill/>
            </a:ln>
          </p:spPr>
        </p:sp>
        <p:sp>
          <p:nvSpPr>
            <p:cNvPr id="84" name="Google Shape;84;p23"/>
            <p:cNvSpPr/>
            <p:nvPr/>
          </p:nvSpPr>
          <p:spPr>
            <a:xfrm>
              <a:off x="57150" y="48815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3"/>
            <p:cNvSpPr/>
            <p:nvPr/>
          </p:nvSpPr>
          <p:spPr>
            <a:xfrm>
              <a:off x="138113" y="5060950"/>
              <a:ext cx="304800" cy="1778000"/>
            </a:xfrm>
            <a:custGeom>
              <a:avLst/>
              <a:gdLst/>
              <a:ahLst/>
              <a:cxnLst/>
              <a:rect l="l" t="t" r="r" b="b"/>
              <a:pathLst>
                <a:path w="192" h="1120" extrusionOk="0">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lt2"/>
                </a:gs>
                <a:gs pos="100000">
                  <a:srgbClr val="3B4B54"/>
                </a:gs>
              </a:gsLst>
              <a:lin ang="5400000" scaled="0"/>
            </a:gradFill>
            <a:ln>
              <a:noFill/>
            </a:ln>
          </p:spPr>
        </p:sp>
        <p:sp>
          <p:nvSpPr>
            <p:cNvPr id="86" name="Google Shape;86;p23"/>
            <p:cNvSpPr/>
            <p:nvPr/>
          </p:nvSpPr>
          <p:spPr>
            <a:xfrm>
              <a:off x="561975" y="64309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3"/>
            <p:cNvSpPr/>
            <p:nvPr/>
          </p:nvSpPr>
          <p:spPr>
            <a:xfrm>
              <a:off x="642938" y="6610350"/>
              <a:ext cx="23813" cy="242888"/>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3"/>
            <p:cNvSpPr/>
            <p:nvPr/>
          </p:nvSpPr>
          <p:spPr>
            <a:xfrm>
              <a:off x="76200" y="64309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3"/>
            <p:cNvSpPr/>
            <p:nvPr/>
          </p:nvSpPr>
          <p:spPr>
            <a:xfrm>
              <a:off x="0" y="5978525"/>
              <a:ext cx="190500" cy="461963"/>
            </a:xfrm>
            <a:custGeom>
              <a:avLst/>
              <a:gdLst/>
              <a:ahLst/>
              <a:cxnLst/>
              <a:rect l="l" t="t" r="r" b="b"/>
              <a:pathLst>
                <a:path w="120" h="291" extrusionOk="0">
                  <a:moveTo>
                    <a:pt x="120" y="291"/>
                  </a:moveTo>
                  <a:lnTo>
                    <a:pt x="105" y="291"/>
                  </a:lnTo>
                  <a:lnTo>
                    <a:pt x="105" y="114"/>
                  </a:lnTo>
                  <a:lnTo>
                    <a:pt x="0" y="9"/>
                  </a:lnTo>
                  <a:lnTo>
                    <a:pt x="12" y="0"/>
                  </a:lnTo>
                  <a:lnTo>
                    <a:pt x="120" y="108"/>
                  </a:lnTo>
                  <a:lnTo>
                    <a:pt x="120" y="291"/>
                  </a:lnTo>
                  <a:close/>
                </a:path>
              </a:pathLst>
            </a:custGeom>
            <a:gradFill>
              <a:gsLst>
                <a:gs pos="0">
                  <a:schemeClr val="lt2"/>
                </a:gs>
                <a:gs pos="100000">
                  <a:srgbClr val="3B4B54"/>
                </a:gs>
              </a:gsLst>
              <a:lin ang="5400000" scaled="0"/>
            </a:gradFill>
            <a:ln>
              <a:noFill/>
            </a:ln>
          </p:spPr>
        </p:sp>
        <p:sp>
          <p:nvSpPr>
            <p:cNvPr id="90" name="Google Shape;90;p23"/>
            <p:cNvSpPr/>
            <p:nvPr/>
          </p:nvSpPr>
          <p:spPr>
            <a:xfrm>
              <a:off x="1014413" y="1801813"/>
              <a:ext cx="214313" cy="755650"/>
            </a:xfrm>
            <a:custGeom>
              <a:avLst/>
              <a:gdLst/>
              <a:ahLst/>
              <a:cxnLst/>
              <a:rect l="l" t="t" r="r" b="b"/>
              <a:pathLst>
                <a:path w="135" h="476" extrusionOk="0">
                  <a:moveTo>
                    <a:pt x="12" y="476"/>
                  </a:moveTo>
                  <a:lnTo>
                    <a:pt x="0" y="476"/>
                  </a:lnTo>
                  <a:lnTo>
                    <a:pt x="0" y="128"/>
                  </a:lnTo>
                  <a:lnTo>
                    <a:pt x="126" y="0"/>
                  </a:lnTo>
                  <a:lnTo>
                    <a:pt x="135" y="9"/>
                  </a:lnTo>
                  <a:lnTo>
                    <a:pt x="12" y="131"/>
                  </a:lnTo>
                  <a:lnTo>
                    <a:pt x="12" y="476"/>
                  </a:lnTo>
                  <a:close/>
                </a:path>
              </a:pathLst>
            </a:custGeom>
            <a:gradFill>
              <a:gsLst>
                <a:gs pos="0">
                  <a:schemeClr val="lt2"/>
                </a:gs>
                <a:gs pos="100000">
                  <a:srgbClr val="3B4B54"/>
                </a:gs>
              </a:gsLst>
              <a:lin ang="5400000" scaled="0"/>
            </a:gradFill>
            <a:ln>
              <a:noFill/>
            </a:ln>
          </p:spPr>
        </p:sp>
        <p:sp>
          <p:nvSpPr>
            <p:cNvPr id="91" name="Google Shape;91;p23"/>
            <p:cNvSpPr/>
            <p:nvPr/>
          </p:nvSpPr>
          <p:spPr>
            <a:xfrm>
              <a:off x="938213" y="2547938"/>
              <a:ext cx="166688" cy="160338"/>
            </a:xfrm>
            <a:custGeom>
              <a:avLst/>
              <a:gdLst/>
              <a:ahLst/>
              <a:cxnLst/>
              <a:rect l="l" t="t" r="r" b="b"/>
              <a:pathLst>
                <a:path w="35" h="34" extrusionOk="0">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3"/>
            <p:cNvSpPr/>
            <p:nvPr/>
          </p:nvSpPr>
          <p:spPr>
            <a:xfrm>
              <a:off x="595313" y="4763"/>
              <a:ext cx="638175" cy="4025900"/>
            </a:xfrm>
            <a:custGeom>
              <a:avLst/>
              <a:gdLst/>
              <a:ahLst/>
              <a:cxnLst/>
              <a:rect l="l" t="t" r="r" b="b"/>
              <a:pathLst>
                <a:path w="402" h="2536" extrusionOk="0">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lt2"/>
                </a:gs>
                <a:gs pos="100000">
                  <a:srgbClr val="3B4B54"/>
                </a:gs>
              </a:gsLst>
              <a:lin ang="5400000" scaled="0"/>
            </a:gradFill>
            <a:ln>
              <a:noFill/>
            </a:ln>
          </p:spPr>
        </p:sp>
        <p:sp>
          <p:nvSpPr>
            <p:cNvPr id="93" name="Google Shape;93;p23"/>
            <p:cNvSpPr/>
            <p:nvPr/>
          </p:nvSpPr>
          <p:spPr>
            <a:xfrm>
              <a:off x="1223963" y="1382713"/>
              <a:ext cx="142875" cy="476250"/>
            </a:xfrm>
            <a:custGeom>
              <a:avLst/>
              <a:gdLst/>
              <a:ahLst/>
              <a:cxnLst/>
              <a:rect l="l" t="t" r="r" b="b"/>
              <a:pathLst>
                <a:path w="90" h="300" extrusionOk="0">
                  <a:moveTo>
                    <a:pt x="90" y="300"/>
                  </a:moveTo>
                  <a:lnTo>
                    <a:pt x="78" y="300"/>
                  </a:lnTo>
                  <a:lnTo>
                    <a:pt x="78" y="84"/>
                  </a:lnTo>
                  <a:lnTo>
                    <a:pt x="0" y="9"/>
                  </a:lnTo>
                  <a:lnTo>
                    <a:pt x="9" y="0"/>
                  </a:lnTo>
                  <a:lnTo>
                    <a:pt x="90" y="81"/>
                  </a:lnTo>
                  <a:lnTo>
                    <a:pt x="90" y="300"/>
                  </a:lnTo>
                  <a:close/>
                </a:path>
              </a:pathLst>
            </a:custGeom>
            <a:gradFill>
              <a:gsLst>
                <a:gs pos="0">
                  <a:schemeClr val="lt2"/>
                </a:gs>
                <a:gs pos="100000">
                  <a:srgbClr val="3B4B54"/>
                </a:gs>
              </a:gsLst>
              <a:lin ang="5400000" scaled="0"/>
            </a:gradFill>
            <a:ln>
              <a:noFill/>
            </a:ln>
          </p:spPr>
        </p:sp>
        <p:sp>
          <p:nvSpPr>
            <p:cNvPr id="94" name="Google Shape;94;p23"/>
            <p:cNvSpPr/>
            <p:nvPr/>
          </p:nvSpPr>
          <p:spPr>
            <a:xfrm>
              <a:off x="1300163" y="1849438"/>
              <a:ext cx="109538" cy="107950"/>
            </a:xfrm>
            <a:custGeom>
              <a:avLst/>
              <a:gdLst/>
              <a:ahLst/>
              <a:cxnLst/>
              <a:rect l="l" t="t" r="r" b="b"/>
              <a:pathLst>
                <a:path w="23" h="23" extrusionOk="0">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3"/>
            <p:cNvSpPr/>
            <p:nvPr/>
          </p:nvSpPr>
          <p:spPr>
            <a:xfrm>
              <a:off x="280988" y="3417888"/>
              <a:ext cx="142875" cy="474663"/>
            </a:xfrm>
            <a:custGeom>
              <a:avLst/>
              <a:gdLst/>
              <a:ahLst/>
              <a:cxnLst/>
              <a:rect l="l" t="t" r="r" b="b"/>
              <a:pathLst>
                <a:path w="90" h="299" extrusionOk="0">
                  <a:moveTo>
                    <a:pt x="12" y="299"/>
                  </a:moveTo>
                  <a:lnTo>
                    <a:pt x="0" y="299"/>
                  </a:lnTo>
                  <a:lnTo>
                    <a:pt x="0" y="80"/>
                  </a:lnTo>
                  <a:lnTo>
                    <a:pt x="81" y="0"/>
                  </a:lnTo>
                  <a:lnTo>
                    <a:pt x="90" y="8"/>
                  </a:lnTo>
                  <a:lnTo>
                    <a:pt x="12" y="83"/>
                  </a:lnTo>
                  <a:lnTo>
                    <a:pt x="12" y="299"/>
                  </a:lnTo>
                  <a:close/>
                </a:path>
              </a:pathLst>
            </a:custGeom>
            <a:gradFill>
              <a:gsLst>
                <a:gs pos="0">
                  <a:schemeClr val="lt2"/>
                </a:gs>
                <a:gs pos="100000">
                  <a:srgbClr val="3B4B54"/>
                </a:gs>
              </a:gsLst>
              <a:lin ang="5400000" scaled="0"/>
            </a:gradFill>
            <a:ln>
              <a:noFill/>
            </a:ln>
          </p:spPr>
        </p:sp>
        <p:sp>
          <p:nvSpPr>
            <p:cNvPr id="96" name="Google Shape;96;p23"/>
            <p:cNvSpPr/>
            <p:nvPr/>
          </p:nvSpPr>
          <p:spPr>
            <a:xfrm>
              <a:off x="238125" y="3883025"/>
              <a:ext cx="109538" cy="109538"/>
            </a:xfrm>
            <a:custGeom>
              <a:avLst/>
              <a:gdLst/>
              <a:ahLst/>
              <a:cxnLst/>
              <a:rect l="l" t="t" r="r" b="b"/>
              <a:pathLst>
                <a:path w="23" h="23" extrusionOk="0">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3"/>
            <p:cNvSpPr/>
            <p:nvPr/>
          </p:nvSpPr>
          <p:spPr>
            <a:xfrm>
              <a:off x="4763" y="2166938"/>
              <a:ext cx="114300" cy="452438"/>
            </a:xfrm>
            <a:custGeom>
              <a:avLst/>
              <a:gdLst/>
              <a:ahLst/>
              <a:cxnLst/>
              <a:rect l="l" t="t" r="r" b="b"/>
              <a:pathLst>
                <a:path w="72" h="285" extrusionOk="0">
                  <a:moveTo>
                    <a:pt x="6" y="285"/>
                  </a:moveTo>
                  <a:lnTo>
                    <a:pt x="0" y="276"/>
                  </a:lnTo>
                  <a:lnTo>
                    <a:pt x="60" y="216"/>
                  </a:lnTo>
                  <a:lnTo>
                    <a:pt x="60" y="0"/>
                  </a:lnTo>
                  <a:lnTo>
                    <a:pt x="72" y="0"/>
                  </a:lnTo>
                  <a:lnTo>
                    <a:pt x="72" y="222"/>
                  </a:lnTo>
                  <a:lnTo>
                    <a:pt x="6" y="285"/>
                  </a:lnTo>
                  <a:close/>
                </a:path>
              </a:pathLst>
            </a:custGeom>
            <a:gradFill>
              <a:gsLst>
                <a:gs pos="0">
                  <a:schemeClr val="lt2"/>
                </a:gs>
                <a:gs pos="100000">
                  <a:srgbClr val="3B4B54"/>
                </a:gs>
              </a:gsLst>
              <a:lin ang="5400000" scaled="0"/>
            </a:gradFill>
            <a:ln>
              <a:noFill/>
            </a:ln>
          </p:spPr>
        </p:sp>
        <p:sp>
          <p:nvSpPr>
            <p:cNvPr id="98" name="Google Shape;98;p23"/>
            <p:cNvSpPr/>
            <p:nvPr/>
          </p:nvSpPr>
          <p:spPr>
            <a:xfrm>
              <a:off x="52388" y="2066925"/>
              <a:ext cx="109538" cy="109538"/>
            </a:xfrm>
            <a:custGeom>
              <a:avLst/>
              <a:gdLst/>
              <a:ahLst/>
              <a:cxnLst/>
              <a:rect l="l" t="t" r="r" b="b"/>
              <a:pathLst>
                <a:path w="23" h="23" extrusionOk="0">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3"/>
            <p:cNvSpPr/>
            <p:nvPr/>
          </p:nvSpPr>
          <p:spPr>
            <a:xfrm>
              <a:off x="1228725" y="4662488"/>
              <a:ext cx="23813" cy="2181225"/>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3"/>
            <p:cNvSpPr/>
            <p:nvPr/>
          </p:nvSpPr>
          <p:spPr>
            <a:xfrm>
              <a:off x="1319213" y="5041900"/>
              <a:ext cx="371475" cy="1801813"/>
            </a:xfrm>
            <a:custGeom>
              <a:avLst/>
              <a:gdLst/>
              <a:ahLst/>
              <a:cxnLst/>
              <a:rect l="l" t="t" r="r" b="b"/>
              <a:pathLst>
                <a:path w="234" h="1135" extrusionOk="0">
                  <a:moveTo>
                    <a:pt x="15" y="1135"/>
                  </a:moveTo>
                  <a:lnTo>
                    <a:pt x="0" y="1135"/>
                  </a:lnTo>
                  <a:lnTo>
                    <a:pt x="0" y="515"/>
                  </a:lnTo>
                  <a:lnTo>
                    <a:pt x="0" y="512"/>
                  </a:lnTo>
                  <a:lnTo>
                    <a:pt x="219" y="0"/>
                  </a:lnTo>
                  <a:lnTo>
                    <a:pt x="234" y="6"/>
                  </a:lnTo>
                  <a:lnTo>
                    <a:pt x="15" y="518"/>
                  </a:lnTo>
                  <a:lnTo>
                    <a:pt x="15" y="1135"/>
                  </a:lnTo>
                  <a:close/>
                </a:path>
              </a:pathLst>
            </a:custGeom>
            <a:gradFill>
              <a:gsLst>
                <a:gs pos="0">
                  <a:schemeClr val="lt2"/>
                </a:gs>
                <a:gs pos="100000">
                  <a:srgbClr val="3B4B54"/>
                </a:gs>
              </a:gsLst>
              <a:lin ang="5400000" scaled="0"/>
            </a:gradFill>
            <a:ln>
              <a:noFill/>
            </a:ln>
          </p:spPr>
        </p:sp>
        <p:sp>
          <p:nvSpPr>
            <p:cNvPr id="101" name="Google Shape;101;p23"/>
            <p:cNvSpPr/>
            <p:nvPr/>
          </p:nvSpPr>
          <p:spPr>
            <a:xfrm>
              <a:off x="1147763"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3"/>
            <p:cNvSpPr/>
            <p:nvPr/>
          </p:nvSpPr>
          <p:spPr>
            <a:xfrm>
              <a:off x="819150" y="3983038"/>
              <a:ext cx="347663" cy="2860675"/>
            </a:xfrm>
            <a:custGeom>
              <a:avLst/>
              <a:gdLst/>
              <a:ahLst/>
              <a:cxnLst/>
              <a:rect l="l" t="t" r="r" b="b"/>
              <a:pathLst>
                <a:path w="219" h="1802" extrusionOk="0">
                  <a:moveTo>
                    <a:pt x="219" y="1802"/>
                  </a:moveTo>
                  <a:lnTo>
                    <a:pt x="201" y="1802"/>
                  </a:lnTo>
                  <a:lnTo>
                    <a:pt x="201" y="1185"/>
                  </a:lnTo>
                  <a:lnTo>
                    <a:pt x="0" y="3"/>
                  </a:lnTo>
                  <a:lnTo>
                    <a:pt x="15" y="0"/>
                  </a:lnTo>
                  <a:lnTo>
                    <a:pt x="219" y="1185"/>
                  </a:lnTo>
                  <a:lnTo>
                    <a:pt x="219" y="1802"/>
                  </a:lnTo>
                  <a:close/>
                </a:path>
              </a:pathLst>
            </a:custGeom>
            <a:gradFill>
              <a:gsLst>
                <a:gs pos="0">
                  <a:schemeClr val="lt2"/>
                </a:gs>
                <a:gs pos="100000">
                  <a:srgbClr val="3B4B54"/>
                </a:gs>
              </a:gsLst>
              <a:lin ang="5400000" scaled="0"/>
            </a:gradFill>
            <a:ln>
              <a:noFill/>
            </a:ln>
          </p:spPr>
        </p:sp>
        <p:sp>
          <p:nvSpPr>
            <p:cNvPr id="103" name="Google Shape;103;p23"/>
            <p:cNvSpPr/>
            <p:nvPr/>
          </p:nvSpPr>
          <p:spPr>
            <a:xfrm>
              <a:off x="728663" y="3806825"/>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3"/>
            <p:cNvSpPr/>
            <p:nvPr/>
          </p:nvSpPr>
          <p:spPr>
            <a:xfrm>
              <a:off x="1624013" y="48672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3"/>
            <p:cNvSpPr/>
            <p:nvPr/>
          </p:nvSpPr>
          <p:spPr>
            <a:xfrm>
              <a:off x="1404938" y="5422900"/>
              <a:ext cx="371475" cy="1425575"/>
            </a:xfrm>
            <a:custGeom>
              <a:avLst/>
              <a:gdLst/>
              <a:ahLst/>
              <a:cxnLst/>
              <a:rect l="l" t="t" r="r" b="b"/>
              <a:pathLst>
                <a:path w="234" h="898" extrusionOk="0">
                  <a:moveTo>
                    <a:pt x="18" y="898"/>
                  </a:moveTo>
                  <a:lnTo>
                    <a:pt x="0" y="898"/>
                  </a:lnTo>
                  <a:lnTo>
                    <a:pt x="0" y="515"/>
                  </a:lnTo>
                  <a:lnTo>
                    <a:pt x="0" y="512"/>
                  </a:lnTo>
                  <a:lnTo>
                    <a:pt x="222" y="0"/>
                  </a:lnTo>
                  <a:lnTo>
                    <a:pt x="234" y="6"/>
                  </a:lnTo>
                  <a:lnTo>
                    <a:pt x="18" y="518"/>
                  </a:lnTo>
                  <a:lnTo>
                    <a:pt x="18" y="898"/>
                  </a:lnTo>
                  <a:close/>
                </a:path>
              </a:pathLst>
            </a:custGeom>
            <a:gradFill>
              <a:gsLst>
                <a:gs pos="0">
                  <a:schemeClr val="lt2"/>
                </a:gs>
                <a:gs pos="100000">
                  <a:srgbClr val="3B4B54"/>
                </a:gs>
              </a:gsLst>
              <a:lin ang="5400000" scaled="0"/>
            </a:gradFill>
            <a:ln>
              <a:noFill/>
            </a:ln>
          </p:spPr>
        </p:sp>
        <p:sp>
          <p:nvSpPr>
            <p:cNvPr id="106" name="Google Shape;106;p23"/>
            <p:cNvSpPr/>
            <p:nvPr/>
          </p:nvSpPr>
          <p:spPr>
            <a:xfrm>
              <a:off x="1666875" y="5945188"/>
              <a:ext cx="152400" cy="912813"/>
            </a:xfrm>
            <a:custGeom>
              <a:avLst/>
              <a:gdLst/>
              <a:ahLst/>
              <a:cxnLst/>
              <a:rect l="l" t="t" r="r" b="b"/>
              <a:pathLst>
                <a:path w="96" h="575" extrusionOk="0">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3B4B54"/>
                </a:gs>
              </a:gsLst>
              <a:lin ang="5400000" scaled="0"/>
            </a:gradFill>
            <a:ln>
              <a:noFill/>
            </a:ln>
          </p:spPr>
        </p:sp>
        <p:sp>
          <p:nvSpPr>
            <p:cNvPr id="107" name="Google Shape;107;p23"/>
            <p:cNvSpPr/>
            <p:nvPr/>
          </p:nvSpPr>
          <p:spPr>
            <a:xfrm>
              <a:off x="1709738" y="52466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3"/>
            <p:cNvSpPr/>
            <p:nvPr/>
          </p:nvSpPr>
          <p:spPr>
            <a:xfrm>
              <a:off x="1709738" y="57642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3"/>
            <p:cNvSpPr/>
            <p:nvPr/>
          </p:nvSpPr>
          <p:spPr>
            <a:xfrm>
              <a:off x="1766888" y="6330950"/>
              <a:ext cx="419100" cy="527050"/>
            </a:xfrm>
            <a:custGeom>
              <a:avLst/>
              <a:gdLst/>
              <a:ahLst/>
              <a:cxnLst/>
              <a:rect l="l" t="t" r="r" b="b"/>
              <a:pathLst>
                <a:path w="264" h="332" extrusionOk="0">
                  <a:moveTo>
                    <a:pt x="12" y="332"/>
                  </a:moveTo>
                  <a:lnTo>
                    <a:pt x="0" y="326"/>
                  </a:lnTo>
                  <a:lnTo>
                    <a:pt x="45" y="206"/>
                  </a:lnTo>
                  <a:lnTo>
                    <a:pt x="255" y="0"/>
                  </a:lnTo>
                  <a:lnTo>
                    <a:pt x="264" y="12"/>
                  </a:lnTo>
                  <a:lnTo>
                    <a:pt x="60" y="215"/>
                  </a:lnTo>
                  <a:lnTo>
                    <a:pt x="12" y="332"/>
                  </a:lnTo>
                  <a:close/>
                </a:path>
              </a:pathLst>
            </a:custGeom>
            <a:gradFill>
              <a:gsLst>
                <a:gs pos="0">
                  <a:schemeClr val="lt2"/>
                </a:gs>
                <a:gs pos="100000">
                  <a:srgbClr val="3B4B54"/>
                </a:gs>
              </a:gsLst>
              <a:lin ang="5400000" scaled="0"/>
            </a:gradFill>
            <a:ln>
              <a:noFill/>
            </a:ln>
          </p:spPr>
        </p:sp>
        <p:sp>
          <p:nvSpPr>
            <p:cNvPr id="110" name="Google Shape;110;p23"/>
            <p:cNvSpPr/>
            <p:nvPr/>
          </p:nvSpPr>
          <p:spPr>
            <a:xfrm>
              <a:off x="2147888" y="6221413"/>
              <a:ext cx="157163" cy="147638"/>
            </a:xfrm>
            <a:custGeom>
              <a:avLst/>
              <a:gdLst/>
              <a:ahLst/>
              <a:cxnLst/>
              <a:rect l="l" t="t" r="r" b="b"/>
              <a:pathLst>
                <a:path w="33" h="31" extrusionOk="0">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3"/>
            <p:cNvSpPr/>
            <p:nvPr/>
          </p:nvSpPr>
          <p:spPr>
            <a:xfrm>
              <a:off x="504825" y="9525"/>
              <a:ext cx="233363" cy="5103813"/>
            </a:xfrm>
            <a:custGeom>
              <a:avLst/>
              <a:gdLst/>
              <a:ahLst/>
              <a:cxnLst/>
              <a:rect l="l" t="t" r="r" b="b"/>
              <a:pathLst>
                <a:path w="147" h="3215" extrusionOk="0">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lt2"/>
                </a:gs>
                <a:gs pos="100000">
                  <a:srgbClr val="3B4B54"/>
                </a:gs>
              </a:gsLst>
              <a:lin ang="5400000" scaled="0"/>
            </a:gradFill>
            <a:ln>
              <a:noFill/>
            </a:ln>
          </p:spPr>
        </p:sp>
        <p:sp>
          <p:nvSpPr>
            <p:cNvPr id="112" name="Google Shape;112;p23"/>
            <p:cNvSpPr/>
            <p:nvPr/>
          </p:nvSpPr>
          <p:spPr>
            <a:xfrm>
              <a:off x="633413" y="5103813"/>
              <a:ext cx="185738" cy="185738"/>
            </a:xfrm>
            <a:custGeom>
              <a:avLst/>
              <a:gdLst/>
              <a:ahLst/>
              <a:cxnLst/>
              <a:rect l="l" t="t" r="r" b="b"/>
              <a:pathLst>
                <a:path w="39" h="39" extrusionOk="0">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 name="Google Shape;113;p23"/>
          <p:cNvSpPr txBox="1">
            <a:spLocks noGrp="1"/>
          </p:cNvSpPr>
          <p:nvPr>
            <p:ph type="ctrTitle"/>
          </p:nvPr>
        </p:nvSpPr>
        <p:spPr>
          <a:xfrm>
            <a:off x="1876424" y="1122363"/>
            <a:ext cx="8791575"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800"/>
              <a:buFont typeface="Twentieth Centur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23"/>
          <p:cNvSpPr txBox="1">
            <a:spLocks noGrp="1"/>
          </p:cNvSpPr>
          <p:nvPr>
            <p:ph type="subTitle" idx="1"/>
          </p:nvPr>
        </p:nvSpPr>
        <p:spPr>
          <a:xfrm>
            <a:off x="1876424" y="3602038"/>
            <a:ext cx="8791575" cy="1655762"/>
          </a:xfrm>
          <a:prstGeom prst="rect">
            <a:avLst/>
          </a:prstGeom>
          <a:noFill/>
          <a:ln>
            <a:noFill/>
          </a:ln>
        </p:spPr>
        <p:txBody>
          <a:bodyPr spcFirstLastPara="1" wrap="square" lIns="91425" tIns="45700" rIns="91425" bIns="45700" anchor="t" anchorCtr="0">
            <a:normAutofit/>
          </a:bodyPr>
          <a:lstStyle>
            <a:lvl1pPr lvl="0" algn="l">
              <a:lnSpc>
                <a:spcPct val="120000"/>
              </a:lnSpc>
              <a:spcBef>
                <a:spcPts val="1000"/>
              </a:spcBef>
              <a:spcAft>
                <a:spcPts val="0"/>
              </a:spcAft>
              <a:buClr>
                <a:schemeClr val="lt2"/>
              </a:buClr>
              <a:buSzPts val="2500"/>
              <a:buNone/>
              <a:defRPr sz="2000" cap="none">
                <a:solidFill>
                  <a:schemeClr val="lt2"/>
                </a:solidFill>
              </a:defRPr>
            </a:lvl1pPr>
            <a:lvl2pPr lvl="1" algn="ctr">
              <a:lnSpc>
                <a:spcPct val="120000"/>
              </a:lnSpc>
              <a:spcBef>
                <a:spcPts val="500"/>
              </a:spcBef>
              <a:spcAft>
                <a:spcPts val="0"/>
              </a:spcAft>
              <a:buClr>
                <a:schemeClr val="lt1"/>
              </a:buClr>
              <a:buSzPts val="2500"/>
              <a:buNone/>
              <a:defRPr sz="2000"/>
            </a:lvl2pPr>
            <a:lvl3pPr lvl="2" algn="ctr">
              <a:lnSpc>
                <a:spcPct val="120000"/>
              </a:lnSpc>
              <a:spcBef>
                <a:spcPts val="500"/>
              </a:spcBef>
              <a:spcAft>
                <a:spcPts val="0"/>
              </a:spcAft>
              <a:buClr>
                <a:schemeClr val="lt1"/>
              </a:buClr>
              <a:buSzPts val="2250"/>
              <a:buNone/>
              <a:defRPr sz="1800"/>
            </a:lvl3pPr>
            <a:lvl4pPr lvl="3" algn="ctr">
              <a:lnSpc>
                <a:spcPct val="120000"/>
              </a:lnSpc>
              <a:spcBef>
                <a:spcPts val="500"/>
              </a:spcBef>
              <a:spcAft>
                <a:spcPts val="0"/>
              </a:spcAft>
              <a:buClr>
                <a:schemeClr val="lt1"/>
              </a:buClr>
              <a:buSzPts val="2000"/>
              <a:buNone/>
              <a:defRPr sz="1600"/>
            </a:lvl4pPr>
            <a:lvl5pPr lvl="4" algn="ctr">
              <a:lnSpc>
                <a:spcPct val="120000"/>
              </a:lnSpc>
              <a:spcBef>
                <a:spcPts val="500"/>
              </a:spcBef>
              <a:spcAft>
                <a:spcPts val="0"/>
              </a:spcAft>
              <a:buClr>
                <a:schemeClr val="lt1"/>
              </a:buClr>
              <a:buSzPts val="2000"/>
              <a:buNone/>
              <a:defRPr sz="1600"/>
            </a:lvl5pPr>
            <a:lvl6pPr lvl="5" algn="ctr">
              <a:lnSpc>
                <a:spcPct val="120000"/>
              </a:lnSpc>
              <a:spcBef>
                <a:spcPts val="500"/>
              </a:spcBef>
              <a:spcAft>
                <a:spcPts val="0"/>
              </a:spcAft>
              <a:buClr>
                <a:schemeClr val="lt1"/>
              </a:buClr>
              <a:buSzPts val="2000"/>
              <a:buNone/>
              <a:defRPr sz="1600"/>
            </a:lvl6pPr>
            <a:lvl7pPr lvl="6" algn="ctr">
              <a:lnSpc>
                <a:spcPct val="120000"/>
              </a:lnSpc>
              <a:spcBef>
                <a:spcPts val="500"/>
              </a:spcBef>
              <a:spcAft>
                <a:spcPts val="0"/>
              </a:spcAft>
              <a:buClr>
                <a:schemeClr val="lt1"/>
              </a:buClr>
              <a:buSzPts val="2000"/>
              <a:buNone/>
              <a:defRPr sz="1600"/>
            </a:lvl7pPr>
            <a:lvl8pPr lvl="7" algn="ctr">
              <a:lnSpc>
                <a:spcPct val="120000"/>
              </a:lnSpc>
              <a:spcBef>
                <a:spcPts val="500"/>
              </a:spcBef>
              <a:spcAft>
                <a:spcPts val="0"/>
              </a:spcAft>
              <a:buClr>
                <a:schemeClr val="lt1"/>
              </a:buClr>
              <a:buSzPts val="2000"/>
              <a:buNone/>
              <a:defRPr sz="1600"/>
            </a:lvl8pPr>
            <a:lvl9pPr lvl="8" algn="ctr">
              <a:lnSpc>
                <a:spcPct val="120000"/>
              </a:lnSpc>
              <a:spcBef>
                <a:spcPts val="500"/>
              </a:spcBef>
              <a:spcAft>
                <a:spcPts val="0"/>
              </a:spcAft>
              <a:buClr>
                <a:schemeClr val="lt1"/>
              </a:buClr>
              <a:buSzPts val="2000"/>
              <a:buNone/>
              <a:defRPr sz="1600"/>
            </a:lvl9pPr>
          </a:lstStyle>
          <a:p>
            <a:endParaRPr/>
          </a:p>
        </p:txBody>
      </p:sp>
      <p:sp>
        <p:nvSpPr>
          <p:cNvPr id="115" name="Google Shape;115;p23"/>
          <p:cNvSpPr txBox="1">
            <a:spLocks noGrp="1"/>
          </p:cNvSpPr>
          <p:nvPr>
            <p:ph type="dt" idx="10"/>
          </p:nvPr>
        </p:nvSpPr>
        <p:spPr>
          <a:xfrm>
            <a:off x="7077511" y="5410201"/>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3"/>
          <p:cNvSpPr txBox="1">
            <a:spLocks noGrp="1"/>
          </p:cNvSpPr>
          <p:nvPr>
            <p:ph type="ftr" idx="11"/>
          </p:nvPr>
        </p:nvSpPr>
        <p:spPr>
          <a:xfrm>
            <a:off x="1876424" y="5410201"/>
            <a:ext cx="51248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3"/>
          <p:cNvSpPr txBox="1">
            <a:spLocks noGrp="1"/>
          </p:cNvSpPr>
          <p:nvPr>
            <p:ph type="sldNum" idx="12"/>
          </p:nvPr>
        </p:nvSpPr>
        <p:spPr>
          <a:xfrm>
            <a:off x="9896911" y="5410199"/>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8"/>
        <p:cNvGrpSpPr/>
        <p:nvPr/>
      </p:nvGrpSpPr>
      <p:grpSpPr>
        <a:xfrm>
          <a:off x="0" y="0"/>
          <a:ext cx="0" cy="0"/>
          <a:chOff x="0" y="0"/>
          <a:chExt cx="0" cy="0"/>
        </a:xfrm>
      </p:grpSpPr>
      <p:sp>
        <p:nvSpPr>
          <p:cNvPr id="119" name="Google Shape;119;p24"/>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24"/>
          <p:cNvSpPr txBox="1">
            <a:spLocks noGrp="1"/>
          </p:cNvSpPr>
          <p:nvPr>
            <p:ph type="body" idx="1"/>
          </p:nvPr>
        </p:nvSpPr>
        <p:spPr>
          <a:xfrm>
            <a:off x="1141412" y="2249487"/>
            <a:ext cx="9905999" cy="3541714"/>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21" name="Google Shape;121;p24"/>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4"/>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4"/>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124"/>
        <p:cNvGrpSpPr/>
        <p:nvPr/>
      </p:nvGrpSpPr>
      <p:grpSpPr>
        <a:xfrm>
          <a:off x="0" y="0"/>
          <a:ext cx="0" cy="0"/>
          <a:chOff x="0" y="0"/>
          <a:chExt cx="0" cy="0"/>
        </a:xfrm>
      </p:grpSpPr>
      <p:sp>
        <p:nvSpPr>
          <p:cNvPr id="125" name="Google Shape;125;p25"/>
          <p:cNvSpPr txBox="1">
            <a:spLocks noGrp="1"/>
          </p:cNvSpPr>
          <p:nvPr>
            <p:ph type="title"/>
          </p:nvPr>
        </p:nvSpPr>
        <p:spPr>
          <a:xfrm>
            <a:off x="1141410" y="4304664"/>
            <a:ext cx="9912355"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5"/>
          <p:cNvSpPr>
            <a:spLocks noGrp="1"/>
          </p:cNvSpPr>
          <p:nvPr>
            <p:ph type="pic" idx="2"/>
          </p:nvPr>
        </p:nvSpPr>
        <p:spPr>
          <a:xfrm>
            <a:off x="1141411" y="606426"/>
            <a:ext cx="9912354" cy="3299778"/>
          </a:xfrm>
          <a:prstGeom prst="round2DiagRect">
            <a:avLst>
              <a:gd name="adj1" fmla="val 4860"/>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127" name="Google Shape;127;p25"/>
          <p:cNvSpPr txBox="1">
            <a:spLocks noGrp="1"/>
          </p:cNvSpPr>
          <p:nvPr>
            <p:ph type="body" idx="1"/>
          </p:nvPr>
        </p:nvSpPr>
        <p:spPr>
          <a:xfrm>
            <a:off x="1141364" y="5124020"/>
            <a:ext cx="9910859" cy="68247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28" name="Google Shape;128;p25"/>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25"/>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25"/>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1141411" y="1419226"/>
            <a:ext cx="99060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26"/>
          <p:cNvSpPr txBox="1">
            <a:spLocks noGrp="1"/>
          </p:cNvSpPr>
          <p:nvPr>
            <p:ph type="body" idx="1"/>
          </p:nvPr>
        </p:nvSpPr>
        <p:spPr>
          <a:xfrm>
            <a:off x="1141411" y="4424362"/>
            <a:ext cx="9906000" cy="137477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250"/>
              <a:buNone/>
              <a:defRPr sz="1800" cap="none">
                <a:solidFill>
                  <a:schemeClr val="lt1"/>
                </a:solidFill>
              </a:defRPr>
            </a:lvl1pPr>
            <a:lvl2pPr marL="914400" lvl="1" indent="-228600" algn="l">
              <a:lnSpc>
                <a:spcPct val="120000"/>
              </a:lnSpc>
              <a:spcBef>
                <a:spcPts val="500"/>
              </a:spcBef>
              <a:spcAft>
                <a:spcPts val="0"/>
              </a:spcAft>
              <a:buClr>
                <a:schemeClr val="lt1"/>
              </a:buClr>
              <a:buSzPts val="2250"/>
              <a:buNone/>
              <a:defRPr sz="1800">
                <a:solidFill>
                  <a:schemeClr val="lt1"/>
                </a:solidFill>
              </a:defRPr>
            </a:lvl2pPr>
            <a:lvl3pPr marL="1371600" lvl="2" indent="-228600" algn="l">
              <a:lnSpc>
                <a:spcPct val="120000"/>
              </a:lnSpc>
              <a:spcBef>
                <a:spcPts val="500"/>
              </a:spcBef>
              <a:spcAft>
                <a:spcPts val="0"/>
              </a:spcAft>
              <a:buClr>
                <a:schemeClr val="lt1"/>
              </a:buClr>
              <a:buSzPts val="2250"/>
              <a:buNone/>
              <a:defRPr sz="1800">
                <a:solidFill>
                  <a:schemeClr val="lt1"/>
                </a:solidFill>
              </a:defRPr>
            </a:lvl3pPr>
            <a:lvl4pPr marL="1828800" lvl="3" indent="-228600" algn="l">
              <a:lnSpc>
                <a:spcPct val="120000"/>
              </a:lnSpc>
              <a:spcBef>
                <a:spcPts val="500"/>
              </a:spcBef>
              <a:spcAft>
                <a:spcPts val="0"/>
              </a:spcAft>
              <a:buClr>
                <a:schemeClr val="lt1"/>
              </a:buClr>
              <a:buSzPts val="2000"/>
              <a:buNone/>
              <a:defRPr sz="1600">
                <a:solidFill>
                  <a:schemeClr val="lt1"/>
                </a:solidFill>
              </a:defRPr>
            </a:lvl4pPr>
            <a:lvl5pPr marL="2286000" lvl="4" indent="-228600" algn="l">
              <a:lnSpc>
                <a:spcPct val="120000"/>
              </a:lnSpc>
              <a:spcBef>
                <a:spcPts val="500"/>
              </a:spcBef>
              <a:spcAft>
                <a:spcPts val="0"/>
              </a:spcAft>
              <a:buClr>
                <a:schemeClr val="lt1"/>
              </a:buClr>
              <a:buSzPts val="2000"/>
              <a:buNone/>
              <a:defRPr sz="1600">
                <a:solidFill>
                  <a:schemeClr val="lt1"/>
                </a:solidFill>
              </a:defRPr>
            </a:lvl5pPr>
            <a:lvl6pPr marL="2743200" lvl="5" indent="-228600" algn="l">
              <a:lnSpc>
                <a:spcPct val="120000"/>
              </a:lnSpc>
              <a:spcBef>
                <a:spcPts val="500"/>
              </a:spcBef>
              <a:spcAft>
                <a:spcPts val="0"/>
              </a:spcAft>
              <a:buClr>
                <a:schemeClr val="lt1"/>
              </a:buClr>
              <a:buSzPts val="2000"/>
              <a:buNone/>
              <a:defRPr sz="1600">
                <a:solidFill>
                  <a:schemeClr val="lt1"/>
                </a:solidFill>
              </a:defRPr>
            </a:lvl6pPr>
            <a:lvl7pPr marL="3200400" lvl="6" indent="-228600" algn="l">
              <a:lnSpc>
                <a:spcPct val="120000"/>
              </a:lnSpc>
              <a:spcBef>
                <a:spcPts val="500"/>
              </a:spcBef>
              <a:spcAft>
                <a:spcPts val="0"/>
              </a:spcAft>
              <a:buClr>
                <a:schemeClr val="lt1"/>
              </a:buClr>
              <a:buSzPts val="2000"/>
              <a:buNone/>
              <a:defRPr sz="1600">
                <a:solidFill>
                  <a:schemeClr val="lt1"/>
                </a:solidFill>
              </a:defRPr>
            </a:lvl7pPr>
            <a:lvl8pPr marL="3657600" lvl="7" indent="-228600" algn="l">
              <a:lnSpc>
                <a:spcPct val="120000"/>
              </a:lnSpc>
              <a:spcBef>
                <a:spcPts val="500"/>
              </a:spcBef>
              <a:spcAft>
                <a:spcPts val="0"/>
              </a:spcAft>
              <a:buClr>
                <a:schemeClr val="lt1"/>
              </a:buClr>
              <a:buSzPts val="2000"/>
              <a:buNone/>
              <a:defRPr sz="1600">
                <a:solidFill>
                  <a:schemeClr val="lt1"/>
                </a:solidFill>
              </a:defRPr>
            </a:lvl8pPr>
            <a:lvl9pPr marL="4114800" lvl="8" indent="-228600" algn="l">
              <a:lnSpc>
                <a:spcPct val="120000"/>
              </a:lnSpc>
              <a:spcBef>
                <a:spcPts val="500"/>
              </a:spcBef>
              <a:spcAft>
                <a:spcPts val="0"/>
              </a:spcAft>
              <a:buClr>
                <a:schemeClr val="lt1"/>
              </a:buClr>
              <a:buSzPts val="2000"/>
              <a:buNone/>
              <a:defRPr sz="1600">
                <a:solidFill>
                  <a:schemeClr val="lt1"/>
                </a:solidFill>
              </a:defRPr>
            </a:lvl9pPr>
          </a:lstStyle>
          <a:p>
            <a:endParaRPr/>
          </a:p>
        </p:txBody>
      </p:sp>
      <p:sp>
        <p:nvSpPr>
          <p:cNvPr id="134" name="Google Shape;134;p26"/>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6"/>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26"/>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7"/>
        <p:cNvGrpSpPr/>
        <p:nvPr/>
      </p:nvGrpSpPr>
      <p:grpSpPr>
        <a:xfrm>
          <a:off x="0" y="0"/>
          <a:ext cx="0" cy="0"/>
          <a:chOff x="0" y="0"/>
          <a:chExt cx="0" cy="0"/>
        </a:xfrm>
      </p:grpSpPr>
      <p:sp>
        <p:nvSpPr>
          <p:cNvPr id="138" name="Google Shape;138;p27"/>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27"/>
          <p:cNvSpPr txBox="1">
            <a:spLocks noGrp="1"/>
          </p:cNvSpPr>
          <p:nvPr>
            <p:ph type="body" idx="1"/>
          </p:nvPr>
        </p:nvSpPr>
        <p:spPr>
          <a:xfrm>
            <a:off x="1141410" y="2249486"/>
            <a:ext cx="4878389" cy="3541714"/>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40" name="Google Shape;140;p27"/>
          <p:cNvSpPr txBox="1">
            <a:spLocks noGrp="1"/>
          </p:cNvSpPr>
          <p:nvPr>
            <p:ph type="body" idx="2"/>
          </p:nvPr>
        </p:nvSpPr>
        <p:spPr>
          <a:xfrm>
            <a:off x="6172200" y="2249486"/>
            <a:ext cx="4875211" cy="3541714"/>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41" name="Google Shape;141;p27"/>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7"/>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27"/>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44"/>
        <p:cNvGrpSpPr/>
        <p:nvPr/>
      </p:nvGrpSpPr>
      <p:grpSpPr>
        <a:xfrm>
          <a:off x="0" y="0"/>
          <a:ext cx="0" cy="0"/>
          <a:chOff x="0" y="0"/>
          <a:chExt cx="0" cy="0"/>
        </a:xfrm>
      </p:grpSpPr>
      <p:sp>
        <p:nvSpPr>
          <p:cNvPr id="145" name="Google Shape;145;p28"/>
          <p:cNvSpPr txBox="1">
            <a:spLocks noGrp="1"/>
          </p:cNvSpPr>
          <p:nvPr>
            <p:ph type="title"/>
          </p:nvPr>
        </p:nvSpPr>
        <p:spPr>
          <a:xfrm>
            <a:off x="1141411" y="619126"/>
            <a:ext cx="9906000" cy="14779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6" name="Google Shape;146;p28"/>
          <p:cNvSpPr txBox="1">
            <a:spLocks noGrp="1"/>
          </p:cNvSpPr>
          <p:nvPr>
            <p:ph type="body" idx="1"/>
          </p:nvPr>
        </p:nvSpPr>
        <p:spPr>
          <a:xfrm>
            <a:off x="1370019" y="2249486"/>
            <a:ext cx="464978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147" name="Google Shape;147;p28"/>
          <p:cNvSpPr txBox="1">
            <a:spLocks noGrp="1"/>
          </p:cNvSpPr>
          <p:nvPr>
            <p:ph type="body" idx="2"/>
          </p:nvPr>
        </p:nvSpPr>
        <p:spPr>
          <a:xfrm>
            <a:off x="1141410" y="3073397"/>
            <a:ext cx="4878391" cy="2717801"/>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48" name="Google Shape;148;p28"/>
          <p:cNvSpPr txBox="1">
            <a:spLocks noGrp="1"/>
          </p:cNvSpPr>
          <p:nvPr>
            <p:ph type="body" idx="3"/>
          </p:nvPr>
        </p:nvSpPr>
        <p:spPr>
          <a:xfrm>
            <a:off x="6400808" y="2249485"/>
            <a:ext cx="4646602"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149" name="Google Shape;149;p28"/>
          <p:cNvSpPr txBox="1">
            <a:spLocks noGrp="1"/>
          </p:cNvSpPr>
          <p:nvPr>
            <p:ph type="body" idx="4"/>
          </p:nvPr>
        </p:nvSpPr>
        <p:spPr>
          <a:xfrm>
            <a:off x="6172200" y="3073397"/>
            <a:ext cx="4875210" cy="2717801"/>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50" name="Google Shape;150;p28"/>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28"/>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28"/>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29"/>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29"/>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29"/>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8"/>
        <p:cNvGrpSpPr/>
        <p:nvPr/>
      </p:nvGrpSpPr>
      <p:grpSpPr>
        <a:xfrm>
          <a:off x="0" y="0"/>
          <a:ext cx="0" cy="0"/>
          <a:chOff x="0" y="0"/>
          <a:chExt cx="0" cy="0"/>
        </a:xfrm>
      </p:grpSpPr>
      <p:sp>
        <p:nvSpPr>
          <p:cNvPr id="159" name="Google Shape;159;p30"/>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30"/>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30"/>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62"/>
        <p:cNvGrpSpPr/>
        <p:nvPr/>
      </p:nvGrpSpPr>
      <p:grpSpPr>
        <a:xfrm>
          <a:off x="0" y="0"/>
          <a:ext cx="0" cy="0"/>
          <a:chOff x="0" y="0"/>
          <a:chExt cx="0" cy="0"/>
        </a:xfrm>
      </p:grpSpPr>
      <p:sp>
        <p:nvSpPr>
          <p:cNvPr id="163" name="Google Shape;163;p31"/>
          <p:cNvSpPr txBox="1">
            <a:spLocks noGrp="1"/>
          </p:cNvSpPr>
          <p:nvPr>
            <p:ph type="title"/>
          </p:nvPr>
        </p:nvSpPr>
        <p:spPr>
          <a:xfrm>
            <a:off x="1146705" y="609601"/>
            <a:ext cx="3856037" cy="16398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4" name="Google Shape;164;p31"/>
          <p:cNvSpPr txBox="1">
            <a:spLocks noGrp="1"/>
          </p:cNvSpPr>
          <p:nvPr>
            <p:ph type="body" idx="1"/>
          </p:nvPr>
        </p:nvSpPr>
        <p:spPr>
          <a:xfrm>
            <a:off x="5156200" y="592666"/>
            <a:ext cx="5891209" cy="5198534"/>
          </a:xfrm>
          <a:prstGeom prst="rect">
            <a:avLst/>
          </a:prstGeom>
          <a:noFill/>
          <a:ln>
            <a:noFill/>
          </a:ln>
        </p:spPr>
        <p:txBody>
          <a:bodyPr spcFirstLastPara="1" wrap="square" lIns="91425" tIns="45700" rIns="91425" bIns="45700" anchor="ctr"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65" name="Google Shape;165;p31"/>
          <p:cNvSpPr txBox="1">
            <a:spLocks noGrp="1"/>
          </p:cNvSpPr>
          <p:nvPr>
            <p:ph type="body" idx="2"/>
          </p:nvPr>
        </p:nvSpPr>
        <p:spPr>
          <a:xfrm>
            <a:off x="1146705" y="2249486"/>
            <a:ext cx="3856037" cy="354171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66" name="Google Shape;166;p31"/>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31"/>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31"/>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69"/>
        <p:cNvGrpSpPr/>
        <p:nvPr/>
      </p:nvGrpSpPr>
      <p:grpSpPr>
        <a:xfrm>
          <a:off x="0" y="0"/>
          <a:ext cx="0" cy="0"/>
          <a:chOff x="0" y="0"/>
          <a:chExt cx="0" cy="0"/>
        </a:xfrm>
      </p:grpSpPr>
      <p:sp>
        <p:nvSpPr>
          <p:cNvPr id="170" name="Google Shape;170;p32"/>
          <p:cNvSpPr txBox="1">
            <a:spLocks noGrp="1"/>
          </p:cNvSpPr>
          <p:nvPr>
            <p:ph type="title"/>
          </p:nvPr>
        </p:nvSpPr>
        <p:spPr>
          <a:xfrm>
            <a:off x="1141413" y="609600"/>
            <a:ext cx="5934508" cy="163988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32"/>
          <p:cNvSpPr>
            <a:spLocks noGrp="1"/>
          </p:cNvSpPr>
          <p:nvPr>
            <p:ph type="pic" idx="2"/>
          </p:nvPr>
        </p:nvSpPr>
        <p:spPr>
          <a:xfrm>
            <a:off x="7380721" y="609601"/>
            <a:ext cx="3666690" cy="5181599"/>
          </a:xfrm>
          <a:prstGeom prst="round2DiagRect">
            <a:avLst>
              <a:gd name="adj1" fmla="val 5608"/>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172" name="Google Shape;172;p32"/>
          <p:cNvSpPr txBox="1">
            <a:spLocks noGrp="1"/>
          </p:cNvSpPr>
          <p:nvPr>
            <p:ph type="body" idx="1"/>
          </p:nvPr>
        </p:nvSpPr>
        <p:spPr>
          <a:xfrm>
            <a:off x="1141410" y="2249486"/>
            <a:ext cx="5934511" cy="354171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73" name="Google Shape;173;p32"/>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32"/>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32"/>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76"/>
        <p:cNvGrpSpPr/>
        <p:nvPr/>
      </p:nvGrpSpPr>
      <p:grpSpPr>
        <a:xfrm>
          <a:off x="0" y="0"/>
          <a:ext cx="0" cy="0"/>
          <a:chOff x="0" y="0"/>
          <a:chExt cx="0" cy="0"/>
        </a:xfrm>
      </p:grpSpPr>
      <p:sp>
        <p:nvSpPr>
          <p:cNvPr id="177" name="Google Shape;177;p33"/>
          <p:cNvSpPr txBox="1">
            <a:spLocks noGrp="1"/>
          </p:cNvSpPr>
          <p:nvPr>
            <p:ph type="title"/>
          </p:nvPr>
        </p:nvSpPr>
        <p:spPr>
          <a:xfrm>
            <a:off x="1141456" y="609600"/>
            <a:ext cx="9905955" cy="3429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8" name="Google Shape;178;p33"/>
          <p:cNvSpPr txBox="1">
            <a:spLocks noGrp="1"/>
          </p:cNvSpPr>
          <p:nvPr>
            <p:ph type="body" idx="1"/>
          </p:nvPr>
        </p:nvSpPr>
        <p:spPr>
          <a:xfrm>
            <a:off x="1141410" y="4419599"/>
            <a:ext cx="9904459" cy="1371599"/>
          </a:xfrm>
          <a:prstGeom prst="rect">
            <a:avLst/>
          </a:prstGeom>
          <a:noFill/>
          <a:ln>
            <a:noFill/>
          </a:ln>
        </p:spPr>
        <p:txBody>
          <a:bodyPr spcFirstLastPara="1" wrap="square" lIns="91425" tIns="45700" rIns="91425" bIns="45700" anchor="ctr"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79" name="Google Shape;179;p33"/>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33"/>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33"/>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82"/>
        <p:cNvGrpSpPr/>
        <p:nvPr/>
      </p:nvGrpSpPr>
      <p:grpSpPr>
        <a:xfrm>
          <a:off x="0" y="0"/>
          <a:ext cx="0" cy="0"/>
          <a:chOff x="0" y="0"/>
          <a:chExt cx="0" cy="0"/>
        </a:xfrm>
      </p:grpSpPr>
      <p:sp>
        <p:nvSpPr>
          <p:cNvPr id="183" name="Google Shape;183;p34"/>
          <p:cNvSpPr txBox="1">
            <a:spLocks noGrp="1"/>
          </p:cNvSpPr>
          <p:nvPr>
            <p:ph type="title"/>
          </p:nvPr>
        </p:nvSpPr>
        <p:spPr>
          <a:xfrm>
            <a:off x="1446212" y="609599"/>
            <a:ext cx="9302752" cy="274842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4" name="Google Shape;184;p34"/>
          <p:cNvSpPr txBox="1">
            <a:spLocks noGrp="1"/>
          </p:cNvSpPr>
          <p:nvPr>
            <p:ph type="body" idx="1"/>
          </p:nvPr>
        </p:nvSpPr>
        <p:spPr>
          <a:xfrm>
            <a:off x="1720644" y="3365557"/>
            <a:ext cx="8752299" cy="5489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85" name="Google Shape;185;p34"/>
          <p:cNvSpPr txBox="1">
            <a:spLocks noGrp="1"/>
          </p:cNvSpPr>
          <p:nvPr>
            <p:ph type="body" idx="2"/>
          </p:nvPr>
        </p:nvSpPr>
        <p:spPr>
          <a:xfrm>
            <a:off x="1141411" y="4309919"/>
            <a:ext cx="9906002" cy="1489496"/>
          </a:xfrm>
          <a:prstGeom prst="rect">
            <a:avLst/>
          </a:prstGeom>
          <a:noFill/>
          <a:ln>
            <a:noFill/>
          </a:ln>
        </p:spPr>
        <p:txBody>
          <a:bodyPr spcFirstLastPara="1" wrap="square" lIns="91425" tIns="45700" rIns="91425" bIns="45700" anchor="ctr"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86" name="Google Shape;186;p34"/>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34"/>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34"/>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9" name="Google Shape;189;p34"/>
          <p:cNvSpPr txBox="1"/>
          <p:nvPr/>
        </p:nvSpPr>
        <p:spPr>
          <a:xfrm>
            <a:off x="903512" y="732394"/>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Twentieth Century"/>
              <a:buNone/>
            </a:pPr>
            <a:r>
              <a:rPr lang="en-US" sz="8000" b="0" cap="none">
                <a:solidFill>
                  <a:schemeClr val="lt1"/>
                </a:solidFill>
                <a:latin typeface="Twentieth Century"/>
                <a:ea typeface="Twentieth Century"/>
                <a:cs typeface="Twentieth Century"/>
                <a:sym typeface="Twentieth Century"/>
              </a:rPr>
              <a:t>“</a:t>
            </a:r>
            <a:endParaRPr/>
          </a:p>
        </p:txBody>
      </p:sp>
      <p:sp>
        <p:nvSpPr>
          <p:cNvPr id="190" name="Google Shape;190;p34"/>
          <p:cNvSpPr txBox="1"/>
          <p:nvPr/>
        </p:nvSpPr>
        <p:spPr>
          <a:xfrm>
            <a:off x="10537370" y="2764972"/>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Twentieth Century"/>
              <a:buNone/>
            </a:pPr>
            <a:r>
              <a:rPr lang="en-US" sz="8000" b="0" cap="none">
                <a:solidFill>
                  <a:schemeClr val="lt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91"/>
        <p:cNvGrpSpPr/>
        <p:nvPr/>
      </p:nvGrpSpPr>
      <p:grpSpPr>
        <a:xfrm>
          <a:off x="0" y="0"/>
          <a:ext cx="0" cy="0"/>
          <a:chOff x="0" y="0"/>
          <a:chExt cx="0" cy="0"/>
        </a:xfrm>
      </p:grpSpPr>
      <p:sp>
        <p:nvSpPr>
          <p:cNvPr id="192" name="Google Shape;192;p35"/>
          <p:cNvSpPr txBox="1">
            <a:spLocks noGrp="1"/>
          </p:cNvSpPr>
          <p:nvPr>
            <p:ph type="title"/>
          </p:nvPr>
        </p:nvSpPr>
        <p:spPr>
          <a:xfrm>
            <a:off x="1141410" y="2134041"/>
            <a:ext cx="9906001"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3" name="Google Shape;193;p35"/>
          <p:cNvSpPr txBox="1">
            <a:spLocks noGrp="1"/>
          </p:cNvSpPr>
          <p:nvPr>
            <p:ph type="body" idx="1"/>
          </p:nvPr>
        </p:nvSpPr>
        <p:spPr>
          <a:xfrm>
            <a:off x="1141364" y="4657655"/>
            <a:ext cx="9904505" cy="114064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94" name="Google Shape;194;p35"/>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35"/>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35"/>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97"/>
        <p:cNvGrpSpPr/>
        <p:nvPr/>
      </p:nvGrpSpPr>
      <p:grpSpPr>
        <a:xfrm>
          <a:off x="0" y="0"/>
          <a:ext cx="0" cy="0"/>
          <a:chOff x="0" y="0"/>
          <a:chExt cx="0" cy="0"/>
        </a:xfrm>
      </p:grpSpPr>
      <p:sp>
        <p:nvSpPr>
          <p:cNvPr id="198" name="Google Shape;198;p36"/>
          <p:cNvSpPr txBox="1">
            <a:spLocks noGrp="1"/>
          </p:cNvSpPr>
          <p:nvPr>
            <p:ph type="title"/>
          </p:nvPr>
        </p:nvSpPr>
        <p:spPr>
          <a:xfrm>
            <a:off x="1141413" y="609600"/>
            <a:ext cx="9905998" cy="190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 name="Google Shape;199;p36"/>
          <p:cNvSpPr txBox="1">
            <a:spLocks noGrp="1"/>
          </p:cNvSpPr>
          <p:nvPr>
            <p:ph type="body" idx="1"/>
          </p:nvPr>
        </p:nvSpPr>
        <p:spPr>
          <a:xfrm>
            <a:off x="1141410" y="2674463"/>
            <a:ext cx="3196899"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00" name="Google Shape;200;p36"/>
          <p:cNvSpPr txBox="1">
            <a:spLocks noGrp="1"/>
          </p:cNvSpPr>
          <p:nvPr>
            <p:ph type="body" idx="2"/>
          </p:nvPr>
        </p:nvSpPr>
        <p:spPr>
          <a:xfrm>
            <a:off x="1127918" y="3360263"/>
            <a:ext cx="3208735"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01" name="Google Shape;201;p36"/>
          <p:cNvSpPr txBox="1">
            <a:spLocks noGrp="1"/>
          </p:cNvSpPr>
          <p:nvPr>
            <p:ph type="body" idx="3"/>
          </p:nvPr>
        </p:nvSpPr>
        <p:spPr>
          <a:xfrm>
            <a:off x="4514766" y="2677635"/>
            <a:ext cx="3184385"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02" name="Google Shape;202;p36"/>
          <p:cNvSpPr txBox="1">
            <a:spLocks noGrp="1"/>
          </p:cNvSpPr>
          <p:nvPr>
            <p:ph type="body" idx="4"/>
          </p:nvPr>
        </p:nvSpPr>
        <p:spPr>
          <a:xfrm>
            <a:off x="4504213" y="3363435"/>
            <a:ext cx="3195830"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03" name="Google Shape;203;p36"/>
          <p:cNvSpPr txBox="1">
            <a:spLocks noGrp="1"/>
          </p:cNvSpPr>
          <p:nvPr>
            <p:ph type="body" idx="5"/>
          </p:nvPr>
        </p:nvSpPr>
        <p:spPr>
          <a:xfrm>
            <a:off x="7852442" y="2674463"/>
            <a:ext cx="3194968"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04" name="Google Shape;204;p36"/>
          <p:cNvSpPr txBox="1">
            <a:spLocks noGrp="1"/>
          </p:cNvSpPr>
          <p:nvPr>
            <p:ph type="body" idx="6"/>
          </p:nvPr>
        </p:nvSpPr>
        <p:spPr>
          <a:xfrm>
            <a:off x="7852442" y="3360263"/>
            <a:ext cx="3194968"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05" name="Google Shape;205;p36"/>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36"/>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36"/>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208"/>
        <p:cNvGrpSpPr/>
        <p:nvPr/>
      </p:nvGrpSpPr>
      <p:grpSpPr>
        <a:xfrm>
          <a:off x="0" y="0"/>
          <a:ext cx="0" cy="0"/>
          <a:chOff x="0" y="0"/>
          <a:chExt cx="0" cy="0"/>
        </a:xfrm>
      </p:grpSpPr>
      <p:sp>
        <p:nvSpPr>
          <p:cNvPr id="209" name="Google Shape;209;p37"/>
          <p:cNvSpPr txBox="1">
            <a:spLocks noGrp="1"/>
          </p:cNvSpPr>
          <p:nvPr>
            <p:ph type="title"/>
          </p:nvPr>
        </p:nvSpPr>
        <p:spPr>
          <a:xfrm>
            <a:off x="1141411" y="609600"/>
            <a:ext cx="9905999" cy="190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0" name="Google Shape;210;p37"/>
          <p:cNvSpPr txBox="1">
            <a:spLocks noGrp="1"/>
          </p:cNvSpPr>
          <p:nvPr>
            <p:ph type="body" idx="1"/>
          </p:nvPr>
        </p:nvSpPr>
        <p:spPr>
          <a:xfrm>
            <a:off x="1141413" y="4404596"/>
            <a:ext cx="319524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11" name="Google Shape;211;p37"/>
          <p:cNvSpPr>
            <a:spLocks noGrp="1"/>
          </p:cNvSpPr>
          <p:nvPr>
            <p:ph type="pic" idx="2"/>
          </p:nvPr>
        </p:nvSpPr>
        <p:spPr>
          <a:xfrm>
            <a:off x="1141413" y="2666998"/>
            <a:ext cx="3195240" cy="1524000"/>
          </a:xfrm>
          <a:prstGeom prst="round2DiagRect">
            <a:avLst>
              <a:gd name="adj1" fmla="val 16667"/>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212" name="Google Shape;212;p37"/>
          <p:cNvSpPr txBox="1">
            <a:spLocks noGrp="1"/>
          </p:cNvSpPr>
          <p:nvPr>
            <p:ph type="body" idx="3"/>
          </p:nvPr>
        </p:nvSpPr>
        <p:spPr>
          <a:xfrm>
            <a:off x="1141413" y="4980858"/>
            <a:ext cx="3195240" cy="81784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13" name="Google Shape;213;p37"/>
          <p:cNvSpPr txBox="1">
            <a:spLocks noGrp="1"/>
          </p:cNvSpPr>
          <p:nvPr>
            <p:ph type="body" idx="4"/>
          </p:nvPr>
        </p:nvSpPr>
        <p:spPr>
          <a:xfrm>
            <a:off x="4489053" y="4404596"/>
            <a:ext cx="320040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14" name="Google Shape;214;p37"/>
          <p:cNvSpPr>
            <a:spLocks noGrp="1"/>
          </p:cNvSpPr>
          <p:nvPr>
            <p:ph type="pic" idx="5"/>
          </p:nvPr>
        </p:nvSpPr>
        <p:spPr>
          <a:xfrm>
            <a:off x="4489053" y="2666998"/>
            <a:ext cx="3198940" cy="1524000"/>
          </a:xfrm>
          <a:prstGeom prst="round2DiagRect">
            <a:avLst>
              <a:gd name="adj1" fmla="val 16667"/>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215" name="Google Shape;215;p37"/>
          <p:cNvSpPr txBox="1">
            <a:spLocks noGrp="1"/>
          </p:cNvSpPr>
          <p:nvPr>
            <p:ph type="body" idx="6"/>
          </p:nvPr>
        </p:nvSpPr>
        <p:spPr>
          <a:xfrm>
            <a:off x="4487593" y="4980857"/>
            <a:ext cx="3200400" cy="81034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16" name="Google Shape;216;p37"/>
          <p:cNvSpPr txBox="1">
            <a:spLocks noGrp="1"/>
          </p:cNvSpPr>
          <p:nvPr>
            <p:ph type="body" idx="7"/>
          </p:nvPr>
        </p:nvSpPr>
        <p:spPr>
          <a:xfrm>
            <a:off x="7852567" y="4404595"/>
            <a:ext cx="3190741"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17" name="Google Shape;217;p37"/>
          <p:cNvSpPr>
            <a:spLocks noGrp="1"/>
          </p:cNvSpPr>
          <p:nvPr>
            <p:ph type="pic" idx="8"/>
          </p:nvPr>
        </p:nvSpPr>
        <p:spPr>
          <a:xfrm>
            <a:off x="7852442" y="2666998"/>
            <a:ext cx="3194969" cy="1524000"/>
          </a:xfrm>
          <a:prstGeom prst="round2DiagRect">
            <a:avLst>
              <a:gd name="adj1" fmla="val 16667"/>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218" name="Google Shape;218;p37"/>
          <p:cNvSpPr txBox="1">
            <a:spLocks noGrp="1"/>
          </p:cNvSpPr>
          <p:nvPr>
            <p:ph type="body" idx="9"/>
          </p:nvPr>
        </p:nvSpPr>
        <p:spPr>
          <a:xfrm>
            <a:off x="7852442" y="4980854"/>
            <a:ext cx="3194968" cy="81034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19" name="Google Shape;219;p37"/>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37"/>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37"/>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2"/>
        <p:cNvGrpSpPr/>
        <p:nvPr/>
      </p:nvGrpSpPr>
      <p:grpSpPr>
        <a:xfrm>
          <a:off x="0" y="0"/>
          <a:ext cx="0" cy="0"/>
          <a:chOff x="0" y="0"/>
          <a:chExt cx="0" cy="0"/>
        </a:xfrm>
      </p:grpSpPr>
      <p:sp>
        <p:nvSpPr>
          <p:cNvPr id="223" name="Google Shape;223;p38"/>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4" name="Google Shape;224;p38"/>
          <p:cNvSpPr txBox="1">
            <a:spLocks noGrp="1"/>
          </p:cNvSpPr>
          <p:nvPr>
            <p:ph type="body" idx="1"/>
          </p:nvPr>
        </p:nvSpPr>
        <p:spPr>
          <a:xfrm rot="5400000">
            <a:off x="4323555" y="-932655"/>
            <a:ext cx="3541714" cy="9905999"/>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225" name="Google Shape;225;p38"/>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38"/>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38"/>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8"/>
        <p:cNvGrpSpPr/>
        <p:nvPr/>
      </p:nvGrpSpPr>
      <p:grpSpPr>
        <a:xfrm>
          <a:off x="0" y="0"/>
          <a:ext cx="0" cy="0"/>
          <a:chOff x="0" y="0"/>
          <a:chExt cx="0" cy="0"/>
        </a:xfrm>
      </p:grpSpPr>
      <p:sp>
        <p:nvSpPr>
          <p:cNvPr id="229" name="Google Shape;229;p39"/>
          <p:cNvSpPr txBox="1">
            <a:spLocks noGrp="1"/>
          </p:cNvSpPr>
          <p:nvPr>
            <p:ph type="title"/>
          </p:nvPr>
        </p:nvSpPr>
        <p:spPr>
          <a:xfrm rot="5400000">
            <a:off x="7454105" y="2197894"/>
            <a:ext cx="5181601" cy="200501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 name="Google Shape;230;p39"/>
          <p:cNvSpPr txBox="1">
            <a:spLocks noGrp="1"/>
          </p:cNvSpPr>
          <p:nvPr>
            <p:ph type="body" idx="1"/>
          </p:nvPr>
        </p:nvSpPr>
        <p:spPr>
          <a:xfrm rot="5400000">
            <a:off x="2424905" y="-673895"/>
            <a:ext cx="5181601" cy="7748590"/>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231" name="Google Shape;231;p39"/>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39"/>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39"/>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9"/>
        <p:cNvGrpSpPr/>
        <p:nvPr/>
      </p:nvGrpSpPr>
      <p:grpSpPr>
        <a:xfrm>
          <a:off x="0" y="0"/>
          <a:ext cx="0" cy="0"/>
          <a:chOff x="0" y="0"/>
          <a:chExt cx="0" cy="0"/>
        </a:xfrm>
      </p:grpSpPr>
      <p:pic>
        <p:nvPicPr>
          <p:cNvPr id="10" name="Google Shape;10;p22" descr="\\DROBO-FS\QuickDrops\JB\PPTX NG\Droplets\LightingOverlay.png"/>
          <p:cNvPicPr preferRelativeResize="0"/>
          <p:nvPr/>
        </p:nvPicPr>
        <p:blipFill rotWithShape="1">
          <a:blip r:embed="rId20">
            <a:alphaModFix amt="30000"/>
          </a:blip>
          <a:srcRect/>
          <a:stretch/>
        </p:blipFill>
        <p:spPr>
          <a:xfrm>
            <a:off x="0" y="-1"/>
            <a:ext cx="12192003" cy="6858001"/>
          </a:xfrm>
          <a:prstGeom prst="rect">
            <a:avLst/>
          </a:prstGeom>
          <a:noFill/>
          <a:ln>
            <a:noFill/>
          </a:ln>
        </p:spPr>
      </p:pic>
      <p:grpSp>
        <p:nvGrpSpPr>
          <p:cNvPr id="11" name="Google Shape;11;p22"/>
          <p:cNvGrpSpPr/>
          <p:nvPr/>
        </p:nvGrpSpPr>
        <p:grpSpPr>
          <a:xfrm>
            <a:off x="-14288" y="0"/>
            <a:ext cx="12053888" cy="6858001"/>
            <a:chOff x="-14288" y="0"/>
            <a:chExt cx="12053888" cy="6858001"/>
          </a:xfrm>
        </p:grpSpPr>
        <p:grpSp>
          <p:nvGrpSpPr>
            <p:cNvPr id="12" name="Google Shape;12;p22"/>
            <p:cNvGrpSpPr/>
            <p:nvPr/>
          </p:nvGrpSpPr>
          <p:grpSpPr>
            <a:xfrm>
              <a:off x="-14288" y="0"/>
              <a:ext cx="1220788" cy="6858001"/>
              <a:chOff x="-14288" y="0"/>
              <a:chExt cx="1220788" cy="6858001"/>
            </a:xfrm>
          </p:grpSpPr>
          <p:sp>
            <p:nvSpPr>
              <p:cNvPr id="13" name="Google Shape;13;p22"/>
              <p:cNvSpPr/>
              <p:nvPr/>
            </p:nvSpPr>
            <p:spPr>
              <a:xfrm>
                <a:off x="114300" y="4763"/>
                <a:ext cx="23813" cy="2181225"/>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2"/>
              <p:cNvSpPr/>
              <p:nvPr/>
            </p:nvSpPr>
            <p:spPr>
              <a:xfrm>
                <a:off x="33337" y="21764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2"/>
              <p:cNvSpPr/>
              <p:nvPr/>
            </p:nvSpPr>
            <p:spPr>
              <a:xfrm>
                <a:off x="28575" y="402113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2"/>
              <p:cNvSpPr/>
              <p:nvPr/>
            </p:nvSpPr>
            <p:spPr>
              <a:xfrm>
                <a:off x="200025" y="4763"/>
                <a:ext cx="369888" cy="1811338"/>
              </a:xfrm>
              <a:custGeom>
                <a:avLst/>
                <a:gdLst/>
                <a:ahLst/>
                <a:cxnLst/>
                <a:rect l="l" t="t" r="r" b="b"/>
                <a:pathLst>
                  <a:path w="233" h="1141" extrusionOk="0">
                    <a:moveTo>
                      <a:pt x="218" y="1141"/>
                    </a:moveTo>
                    <a:lnTo>
                      <a:pt x="0" y="626"/>
                    </a:lnTo>
                    <a:lnTo>
                      <a:pt x="0" y="0"/>
                    </a:lnTo>
                    <a:lnTo>
                      <a:pt x="15" y="0"/>
                    </a:lnTo>
                    <a:lnTo>
                      <a:pt x="15" y="623"/>
                    </a:lnTo>
                    <a:lnTo>
                      <a:pt x="233" y="1135"/>
                    </a:lnTo>
                    <a:lnTo>
                      <a:pt x="218" y="1141"/>
                    </a:lnTo>
                    <a:close/>
                  </a:path>
                </a:pathLst>
              </a:custGeom>
              <a:gradFill>
                <a:gsLst>
                  <a:gs pos="0">
                    <a:schemeClr val="lt2"/>
                  </a:gs>
                  <a:gs pos="100000">
                    <a:srgbClr val="3B4B54"/>
                  </a:gs>
                </a:gsLst>
                <a:lin ang="5400000" scaled="0"/>
              </a:gradFill>
              <a:ln>
                <a:noFill/>
              </a:ln>
            </p:spPr>
          </p:sp>
          <p:sp>
            <p:nvSpPr>
              <p:cNvPr id="17" name="Google Shape;17;p22"/>
              <p:cNvSpPr/>
              <p:nvPr/>
            </p:nvSpPr>
            <p:spPr>
              <a:xfrm>
                <a:off x="503237" y="180181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2"/>
              <p:cNvSpPr/>
              <p:nvPr/>
            </p:nvSpPr>
            <p:spPr>
              <a:xfrm>
                <a:off x="285750" y="4763"/>
                <a:ext cx="369888" cy="1430338"/>
              </a:xfrm>
              <a:custGeom>
                <a:avLst/>
                <a:gdLst/>
                <a:ahLst/>
                <a:cxnLst/>
                <a:rect l="l" t="t" r="r" b="b"/>
                <a:pathLst>
                  <a:path w="233" h="901" extrusionOk="0">
                    <a:moveTo>
                      <a:pt x="221" y="901"/>
                    </a:moveTo>
                    <a:lnTo>
                      <a:pt x="0" y="383"/>
                    </a:lnTo>
                    <a:lnTo>
                      <a:pt x="0" y="0"/>
                    </a:lnTo>
                    <a:lnTo>
                      <a:pt x="18" y="0"/>
                    </a:lnTo>
                    <a:lnTo>
                      <a:pt x="18" y="380"/>
                    </a:lnTo>
                    <a:lnTo>
                      <a:pt x="233" y="895"/>
                    </a:lnTo>
                    <a:lnTo>
                      <a:pt x="221" y="901"/>
                    </a:lnTo>
                    <a:close/>
                  </a:path>
                </a:pathLst>
              </a:custGeom>
              <a:gradFill>
                <a:gsLst>
                  <a:gs pos="0">
                    <a:schemeClr val="lt2"/>
                  </a:gs>
                  <a:gs pos="100000">
                    <a:srgbClr val="3B4B54"/>
                  </a:gs>
                </a:gsLst>
                <a:lin ang="5400000" scaled="0"/>
              </a:gradFill>
              <a:ln>
                <a:noFill/>
              </a:ln>
            </p:spPr>
          </p:sp>
          <p:sp>
            <p:nvSpPr>
              <p:cNvPr id="19" name="Google Shape;19;p22"/>
              <p:cNvSpPr/>
              <p:nvPr/>
            </p:nvSpPr>
            <p:spPr>
              <a:xfrm>
                <a:off x="546100" y="0"/>
                <a:ext cx="152400" cy="912813"/>
              </a:xfrm>
              <a:custGeom>
                <a:avLst/>
                <a:gdLst/>
                <a:ahLst/>
                <a:cxnLst/>
                <a:rect l="l" t="t" r="r" b="b"/>
                <a:pathLst>
                  <a:path w="96" h="575" extrusionOk="0">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3B4B54"/>
                  </a:gs>
                </a:gsLst>
                <a:lin ang="5400000" scaled="0"/>
              </a:gradFill>
              <a:ln>
                <a:noFill/>
              </a:ln>
            </p:spPr>
          </p:sp>
          <p:sp>
            <p:nvSpPr>
              <p:cNvPr id="20" name="Google Shape;20;p22"/>
              <p:cNvSpPr/>
              <p:nvPr/>
            </p:nvSpPr>
            <p:spPr>
              <a:xfrm>
                <a:off x="588962" y="14208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2"/>
              <p:cNvSpPr/>
              <p:nvPr/>
            </p:nvSpPr>
            <p:spPr>
              <a:xfrm>
                <a:off x="588962"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2"/>
              <p:cNvSpPr/>
              <p:nvPr/>
            </p:nvSpPr>
            <p:spPr>
              <a:xfrm>
                <a:off x="641350" y="0"/>
                <a:ext cx="422275" cy="527050"/>
              </a:xfrm>
              <a:custGeom>
                <a:avLst/>
                <a:gdLst/>
                <a:ahLst/>
                <a:cxnLst/>
                <a:rect l="l" t="t" r="r" b="b"/>
                <a:pathLst>
                  <a:path w="266" h="332" extrusionOk="0">
                    <a:moveTo>
                      <a:pt x="257" y="332"/>
                    </a:moveTo>
                    <a:lnTo>
                      <a:pt x="48" y="123"/>
                    </a:lnTo>
                    <a:lnTo>
                      <a:pt x="0" y="6"/>
                    </a:lnTo>
                    <a:lnTo>
                      <a:pt x="15" y="0"/>
                    </a:lnTo>
                    <a:lnTo>
                      <a:pt x="63" y="114"/>
                    </a:lnTo>
                    <a:lnTo>
                      <a:pt x="266" y="320"/>
                    </a:lnTo>
                    <a:lnTo>
                      <a:pt x="257" y="332"/>
                    </a:lnTo>
                    <a:close/>
                  </a:path>
                </a:pathLst>
              </a:custGeom>
              <a:gradFill>
                <a:gsLst>
                  <a:gs pos="0">
                    <a:schemeClr val="lt2"/>
                  </a:gs>
                  <a:gs pos="100000">
                    <a:srgbClr val="3B4B54"/>
                  </a:gs>
                </a:gsLst>
                <a:lin ang="5400000" scaled="0"/>
              </a:gradFill>
              <a:ln>
                <a:noFill/>
              </a:ln>
            </p:spPr>
          </p:sp>
          <p:sp>
            <p:nvSpPr>
              <p:cNvPr id="23" name="Google Shape;23;p22"/>
              <p:cNvSpPr/>
              <p:nvPr/>
            </p:nvSpPr>
            <p:spPr>
              <a:xfrm>
                <a:off x="1020762" y="488950"/>
                <a:ext cx="161925" cy="147638"/>
              </a:xfrm>
              <a:custGeom>
                <a:avLst/>
                <a:gdLst/>
                <a:ahLst/>
                <a:cxnLst/>
                <a:rect l="l" t="t" r="r" b="b"/>
                <a:pathLst>
                  <a:path w="34" h="31" extrusionOk="0">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 name="Google Shape;24;p22"/>
              <p:cNvCxnSpPr/>
              <p:nvPr/>
            </p:nvCxnSpPr>
            <p:spPr>
              <a:xfrm>
                <a:off x="-4763" y="9525"/>
                <a:ext cx="0" cy="0"/>
              </a:xfrm>
              <a:prstGeom prst="straightConnector1">
                <a:avLst/>
              </a:prstGeom>
              <a:gradFill>
                <a:gsLst>
                  <a:gs pos="0">
                    <a:schemeClr val="lt2"/>
                  </a:gs>
                  <a:gs pos="100000">
                    <a:srgbClr val="3B4B54"/>
                  </a:gs>
                </a:gsLst>
                <a:lin ang="5400000" scaled="0"/>
              </a:gradFill>
              <a:ln w="9525" cap="flat" cmpd="sng">
                <a:solidFill>
                  <a:srgbClr val="FFFFFF"/>
                </a:solidFill>
                <a:prstDash val="solid"/>
                <a:miter lim="800000"/>
                <a:headEnd type="none" w="med" len="med"/>
                <a:tailEnd type="none" w="med" len="med"/>
              </a:ln>
            </p:spPr>
          </p:cxnSp>
          <p:sp>
            <p:nvSpPr>
              <p:cNvPr id="25" name="Google Shape;25;p22"/>
              <p:cNvSpPr/>
              <p:nvPr/>
            </p:nvSpPr>
            <p:spPr>
              <a:xfrm>
                <a:off x="9525" y="1801813"/>
                <a:ext cx="123825" cy="127000"/>
              </a:xfrm>
              <a:custGeom>
                <a:avLst/>
                <a:gdLst/>
                <a:ahLst/>
                <a:cxnLst/>
                <a:rect l="l" t="t" r="r" b="b"/>
                <a:pathLst>
                  <a:path w="78" h="80" extrusionOk="0">
                    <a:moveTo>
                      <a:pt x="6" y="80"/>
                    </a:moveTo>
                    <a:lnTo>
                      <a:pt x="0" y="71"/>
                    </a:lnTo>
                    <a:lnTo>
                      <a:pt x="69" y="0"/>
                    </a:lnTo>
                    <a:lnTo>
                      <a:pt x="78" y="9"/>
                    </a:lnTo>
                    <a:lnTo>
                      <a:pt x="6" y="80"/>
                    </a:lnTo>
                    <a:close/>
                  </a:path>
                </a:pathLst>
              </a:custGeom>
              <a:gradFill>
                <a:gsLst>
                  <a:gs pos="0">
                    <a:schemeClr val="lt2"/>
                  </a:gs>
                  <a:gs pos="100000">
                    <a:srgbClr val="3B4B54"/>
                  </a:gs>
                </a:gsLst>
                <a:lin ang="5400000" scaled="0"/>
              </a:gradFill>
              <a:ln>
                <a:noFill/>
              </a:ln>
            </p:spPr>
          </p:sp>
          <p:sp>
            <p:nvSpPr>
              <p:cNvPr id="26" name="Google Shape;26;p22"/>
              <p:cNvSpPr/>
              <p:nvPr/>
            </p:nvSpPr>
            <p:spPr>
              <a:xfrm>
                <a:off x="-9525" y="3549650"/>
                <a:ext cx="147638" cy="481013"/>
              </a:xfrm>
              <a:custGeom>
                <a:avLst/>
                <a:gdLst/>
                <a:ahLst/>
                <a:cxnLst/>
                <a:rect l="l" t="t" r="r" b="b"/>
                <a:pathLst>
                  <a:path w="93" h="303" extrusionOk="0">
                    <a:moveTo>
                      <a:pt x="93" y="303"/>
                    </a:moveTo>
                    <a:lnTo>
                      <a:pt x="78" y="303"/>
                    </a:lnTo>
                    <a:lnTo>
                      <a:pt x="78" y="78"/>
                    </a:lnTo>
                    <a:lnTo>
                      <a:pt x="0" y="12"/>
                    </a:lnTo>
                    <a:lnTo>
                      <a:pt x="12" y="0"/>
                    </a:lnTo>
                    <a:lnTo>
                      <a:pt x="93" y="69"/>
                    </a:lnTo>
                    <a:lnTo>
                      <a:pt x="93" y="303"/>
                    </a:lnTo>
                    <a:close/>
                  </a:path>
                </a:pathLst>
              </a:custGeom>
              <a:gradFill>
                <a:gsLst>
                  <a:gs pos="0">
                    <a:schemeClr val="lt2"/>
                  </a:gs>
                  <a:gs pos="100000">
                    <a:srgbClr val="3B4B54"/>
                  </a:gs>
                </a:gsLst>
                <a:lin ang="5400000" scaled="0"/>
              </a:gradFill>
              <a:ln>
                <a:noFill/>
              </a:ln>
            </p:spPr>
          </p:sp>
          <p:sp>
            <p:nvSpPr>
              <p:cNvPr id="27" name="Google Shape;27;p22"/>
              <p:cNvSpPr/>
              <p:nvPr/>
            </p:nvSpPr>
            <p:spPr>
              <a:xfrm>
                <a:off x="128587" y="1382713"/>
                <a:ext cx="142875" cy="476250"/>
              </a:xfrm>
              <a:custGeom>
                <a:avLst/>
                <a:gdLst/>
                <a:ahLst/>
                <a:cxnLst/>
                <a:rect l="l" t="t" r="r" b="b"/>
                <a:pathLst>
                  <a:path w="90" h="300" extrusionOk="0">
                    <a:moveTo>
                      <a:pt x="90" y="300"/>
                    </a:moveTo>
                    <a:lnTo>
                      <a:pt x="78" y="300"/>
                    </a:lnTo>
                    <a:lnTo>
                      <a:pt x="78" y="84"/>
                    </a:lnTo>
                    <a:lnTo>
                      <a:pt x="0" y="9"/>
                    </a:lnTo>
                    <a:lnTo>
                      <a:pt x="9" y="0"/>
                    </a:lnTo>
                    <a:lnTo>
                      <a:pt x="90" y="81"/>
                    </a:lnTo>
                    <a:lnTo>
                      <a:pt x="90" y="300"/>
                    </a:lnTo>
                    <a:close/>
                  </a:path>
                </a:pathLst>
              </a:custGeom>
              <a:gradFill>
                <a:gsLst>
                  <a:gs pos="0">
                    <a:schemeClr val="lt2"/>
                  </a:gs>
                  <a:gs pos="100000">
                    <a:srgbClr val="3B4B54"/>
                  </a:gs>
                </a:gsLst>
                <a:lin ang="5400000" scaled="0"/>
              </a:gradFill>
              <a:ln>
                <a:noFill/>
              </a:ln>
            </p:spPr>
          </p:sp>
          <p:sp>
            <p:nvSpPr>
              <p:cNvPr id="28" name="Google Shape;28;p22"/>
              <p:cNvSpPr/>
              <p:nvPr/>
            </p:nvSpPr>
            <p:spPr>
              <a:xfrm>
                <a:off x="204787" y="1849438"/>
                <a:ext cx="114300" cy="107950"/>
              </a:xfrm>
              <a:custGeom>
                <a:avLst/>
                <a:gdLst/>
                <a:ahLst/>
                <a:cxnLst/>
                <a:rect l="l" t="t" r="r" b="b"/>
                <a:pathLst>
                  <a:path w="24" h="23" extrusionOk="0">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2"/>
              <p:cNvSpPr/>
              <p:nvPr/>
            </p:nvSpPr>
            <p:spPr>
              <a:xfrm>
                <a:off x="133350" y="4662488"/>
                <a:ext cx="23813" cy="2181225"/>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2"/>
              <p:cNvSpPr/>
              <p:nvPr/>
            </p:nvSpPr>
            <p:spPr>
              <a:xfrm>
                <a:off x="223837" y="5041900"/>
                <a:ext cx="369888" cy="1801813"/>
              </a:xfrm>
              <a:custGeom>
                <a:avLst/>
                <a:gdLst/>
                <a:ahLst/>
                <a:cxnLst/>
                <a:rect l="l" t="t" r="r" b="b"/>
                <a:pathLst>
                  <a:path w="233" h="1135" extrusionOk="0">
                    <a:moveTo>
                      <a:pt x="15" y="1135"/>
                    </a:moveTo>
                    <a:lnTo>
                      <a:pt x="0" y="1135"/>
                    </a:lnTo>
                    <a:lnTo>
                      <a:pt x="0" y="515"/>
                    </a:lnTo>
                    <a:lnTo>
                      <a:pt x="0" y="512"/>
                    </a:lnTo>
                    <a:lnTo>
                      <a:pt x="218" y="0"/>
                    </a:lnTo>
                    <a:lnTo>
                      <a:pt x="233" y="6"/>
                    </a:lnTo>
                    <a:lnTo>
                      <a:pt x="15" y="518"/>
                    </a:lnTo>
                    <a:lnTo>
                      <a:pt x="15" y="1135"/>
                    </a:lnTo>
                    <a:close/>
                  </a:path>
                </a:pathLst>
              </a:custGeom>
              <a:gradFill>
                <a:gsLst>
                  <a:gs pos="0">
                    <a:schemeClr val="lt2"/>
                  </a:gs>
                  <a:gs pos="100000">
                    <a:srgbClr val="3B4B54"/>
                  </a:gs>
                </a:gsLst>
                <a:lin ang="5400000" scaled="0"/>
              </a:gradFill>
              <a:ln>
                <a:noFill/>
              </a:ln>
            </p:spPr>
          </p:sp>
          <p:sp>
            <p:nvSpPr>
              <p:cNvPr id="31" name="Google Shape;31;p22"/>
              <p:cNvSpPr/>
              <p:nvPr/>
            </p:nvSpPr>
            <p:spPr>
              <a:xfrm>
                <a:off x="52387"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2"/>
              <p:cNvSpPr/>
              <p:nvPr/>
            </p:nvSpPr>
            <p:spPr>
              <a:xfrm>
                <a:off x="-14288" y="5627688"/>
                <a:ext cx="85725" cy="1216025"/>
              </a:xfrm>
              <a:custGeom>
                <a:avLst/>
                <a:gdLst/>
                <a:ahLst/>
                <a:cxnLst/>
                <a:rect l="l" t="t" r="r" b="b"/>
                <a:pathLst>
                  <a:path w="54" h="766" extrusionOk="0">
                    <a:moveTo>
                      <a:pt x="54" y="766"/>
                    </a:moveTo>
                    <a:lnTo>
                      <a:pt x="36" y="766"/>
                    </a:lnTo>
                    <a:lnTo>
                      <a:pt x="36" y="149"/>
                    </a:lnTo>
                    <a:lnTo>
                      <a:pt x="0" y="3"/>
                    </a:lnTo>
                    <a:lnTo>
                      <a:pt x="18" y="0"/>
                    </a:lnTo>
                    <a:lnTo>
                      <a:pt x="54" y="146"/>
                    </a:lnTo>
                    <a:lnTo>
                      <a:pt x="54" y="766"/>
                    </a:lnTo>
                    <a:close/>
                  </a:path>
                </a:pathLst>
              </a:custGeom>
              <a:gradFill>
                <a:gsLst>
                  <a:gs pos="0">
                    <a:schemeClr val="lt2"/>
                  </a:gs>
                  <a:gs pos="100000">
                    <a:srgbClr val="3B4B54"/>
                  </a:gs>
                </a:gsLst>
                <a:lin ang="5400000" scaled="0"/>
              </a:gradFill>
              <a:ln>
                <a:noFill/>
              </a:ln>
            </p:spPr>
          </p:sp>
          <p:sp>
            <p:nvSpPr>
              <p:cNvPr id="33" name="Google Shape;33;p22"/>
              <p:cNvSpPr/>
              <p:nvPr/>
            </p:nvSpPr>
            <p:spPr>
              <a:xfrm>
                <a:off x="527050" y="48672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2"/>
              <p:cNvSpPr/>
              <p:nvPr/>
            </p:nvSpPr>
            <p:spPr>
              <a:xfrm>
                <a:off x="309562" y="5422900"/>
                <a:ext cx="374650" cy="1425575"/>
              </a:xfrm>
              <a:custGeom>
                <a:avLst/>
                <a:gdLst/>
                <a:ahLst/>
                <a:cxnLst/>
                <a:rect l="l" t="t" r="r" b="b"/>
                <a:pathLst>
                  <a:path w="236" h="898" extrusionOk="0">
                    <a:moveTo>
                      <a:pt x="18" y="898"/>
                    </a:moveTo>
                    <a:lnTo>
                      <a:pt x="0" y="898"/>
                    </a:lnTo>
                    <a:lnTo>
                      <a:pt x="0" y="515"/>
                    </a:lnTo>
                    <a:lnTo>
                      <a:pt x="3" y="512"/>
                    </a:lnTo>
                    <a:lnTo>
                      <a:pt x="221" y="0"/>
                    </a:lnTo>
                    <a:lnTo>
                      <a:pt x="236" y="6"/>
                    </a:lnTo>
                    <a:lnTo>
                      <a:pt x="18" y="518"/>
                    </a:lnTo>
                    <a:lnTo>
                      <a:pt x="18" y="898"/>
                    </a:lnTo>
                    <a:close/>
                  </a:path>
                </a:pathLst>
              </a:custGeom>
              <a:gradFill>
                <a:gsLst>
                  <a:gs pos="0">
                    <a:schemeClr val="lt2"/>
                  </a:gs>
                  <a:gs pos="100000">
                    <a:srgbClr val="3B4B54"/>
                  </a:gs>
                </a:gsLst>
                <a:lin ang="5400000" scaled="0"/>
              </a:gradFill>
              <a:ln>
                <a:noFill/>
              </a:ln>
            </p:spPr>
          </p:sp>
          <p:sp>
            <p:nvSpPr>
              <p:cNvPr id="35" name="Google Shape;35;p22"/>
              <p:cNvSpPr/>
              <p:nvPr/>
            </p:nvSpPr>
            <p:spPr>
              <a:xfrm>
                <a:off x="569912" y="5945188"/>
                <a:ext cx="152400" cy="912813"/>
              </a:xfrm>
              <a:custGeom>
                <a:avLst/>
                <a:gdLst/>
                <a:ahLst/>
                <a:cxnLst/>
                <a:rect l="l" t="t" r="r" b="b"/>
                <a:pathLst>
                  <a:path w="96" h="575" extrusionOk="0">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3B4B54"/>
                  </a:gs>
                </a:gsLst>
                <a:lin ang="5400000" scaled="0"/>
              </a:gradFill>
              <a:ln>
                <a:noFill/>
              </a:ln>
            </p:spPr>
          </p:sp>
          <p:sp>
            <p:nvSpPr>
              <p:cNvPr id="36" name="Google Shape;36;p22"/>
              <p:cNvSpPr/>
              <p:nvPr/>
            </p:nvSpPr>
            <p:spPr>
              <a:xfrm>
                <a:off x="612775" y="52466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2"/>
              <p:cNvSpPr/>
              <p:nvPr/>
            </p:nvSpPr>
            <p:spPr>
              <a:xfrm>
                <a:off x="612775" y="57642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2"/>
              <p:cNvSpPr/>
              <p:nvPr/>
            </p:nvSpPr>
            <p:spPr>
              <a:xfrm>
                <a:off x="669925" y="6330950"/>
                <a:ext cx="417513" cy="517525"/>
              </a:xfrm>
              <a:custGeom>
                <a:avLst/>
                <a:gdLst/>
                <a:ahLst/>
                <a:cxnLst/>
                <a:rect l="l" t="t" r="r" b="b"/>
                <a:pathLst>
                  <a:path w="263" h="326" extrusionOk="0">
                    <a:moveTo>
                      <a:pt x="15" y="326"/>
                    </a:moveTo>
                    <a:lnTo>
                      <a:pt x="0" y="320"/>
                    </a:lnTo>
                    <a:lnTo>
                      <a:pt x="45" y="206"/>
                    </a:lnTo>
                    <a:lnTo>
                      <a:pt x="48" y="206"/>
                    </a:lnTo>
                    <a:lnTo>
                      <a:pt x="254" y="0"/>
                    </a:lnTo>
                    <a:lnTo>
                      <a:pt x="263" y="12"/>
                    </a:lnTo>
                    <a:lnTo>
                      <a:pt x="60" y="215"/>
                    </a:lnTo>
                    <a:lnTo>
                      <a:pt x="15" y="326"/>
                    </a:lnTo>
                    <a:close/>
                  </a:path>
                </a:pathLst>
              </a:custGeom>
              <a:gradFill>
                <a:gsLst>
                  <a:gs pos="0">
                    <a:schemeClr val="lt2"/>
                  </a:gs>
                  <a:gs pos="100000">
                    <a:srgbClr val="3B4B54"/>
                  </a:gs>
                </a:gsLst>
                <a:lin ang="5400000" scaled="0"/>
              </a:gradFill>
              <a:ln>
                <a:noFill/>
              </a:ln>
            </p:spPr>
          </p:sp>
          <p:sp>
            <p:nvSpPr>
              <p:cNvPr id="39" name="Google Shape;39;p22"/>
              <p:cNvSpPr/>
              <p:nvPr/>
            </p:nvSpPr>
            <p:spPr>
              <a:xfrm>
                <a:off x="1049337" y="6221413"/>
                <a:ext cx="157163" cy="147638"/>
              </a:xfrm>
              <a:custGeom>
                <a:avLst/>
                <a:gdLst/>
                <a:ahLst/>
                <a:cxnLst/>
                <a:rect l="l" t="t" r="r" b="b"/>
                <a:pathLst>
                  <a:path w="33" h="31" extrusionOk="0">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40;p22"/>
            <p:cNvGrpSpPr/>
            <p:nvPr/>
          </p:nvGrpSpPr>
          <p:grpSpPr>
            <a:xfrm>
              <a:off x="11364912" y="0"/>
              <a:ext cx="674688" cy="6848476"/>
              <a:chOff x="11364912" y="0"/>
              <a:chExt cx="674688" cy="6848476"/>
            </a:xfrm>
          </p:grpSpPr>
          <p:sp>
            <p:nvSpPr>
              <p:cNvPr id="41" name="Google Shape;41;p22"/>
              <p:cNvSpPr/>
              <p:nvPr/>
            </p:nvSpPr>
            <p:spPr>
              <a:xfrm>
                <a:off x="11483975" y="0"/>
                <a:ext cx="417513" cy="512763"/>
              </a:xfrm>
              <a:custGeom>
                <a:avLst/>
                <a:gdLst/>
                <a:ahLst/>
                <a:cxnLst/>
                <a:rect l="l" t="t" r="r" b="b"/>
                <a:pathLst>
                  <a:path w="263" h="323" extrusionOk="0">
                    <a:moveTo>
                      <a:pt x="12" y="323"/>
                    </a:moveTo>
                    <a:lnTo>
                      <a:pt x="0" y="314"/>
                    </a:lnTo>
                    <a:lnTo>
                      <a:pt x="203" y="108"/>
                    </a:lnTo>
                    <a:lnTo>
                      <a:pt x="248" y="0"/>
                    </a:lnTo>
                    <a:lnTo>
                      <a:pt x="263" y="6"/>
                    </a:lnTo>
                    <a:lnTo>
                      <a:pt x="218" y="117"/>
                    </a:lnTo>
                    <a:lnTo>
                      <a:pt x="218" y="117"/>
                    </a:lnTo>
                    <a:lnTo>
                      <a:pt x="12" y="323"/>
                    </a:lnTo>
                    <a:close/>
                  </a:path>
                </a:pathLst>
              </a:custGeom>
              <a:gradFill>
                <a:gsLst>
                  <a:gs pos="0">
                    <a:schemeClr val="lt2"/>
                  </a:gs>
                  <a:gs pos="100000">
                    <a:srgbClr val="3B4B54"/>
                  </a:gs>
                </a:gsLst>
                <a:lin ang="5400000" scaled="0"/>
              </a:gradFill>
              <a:ln>
                <a:noFill/>
              </a:ln>
            </p:spPr>
          </p:sp>
          <p:sp>
            <p:nvSpPr>
              <p:cNvPr id="42" name="Google Shape;42;p22"/>
              <p:cNvSpPr/>
              <p:nvPr/>
            </p:nvSpPr>
            <p:spPr>
              <a:xfrm>
                <a:off x="11364912" y="474663"/>
                <a:ext cx="157163" cy="152400"/>
              </a:xfrm>
              <a:custGeom>
                <a:avLst/>
                <a:gdLst/>
                <a:ahLst/>
                <a:cxnLst/>
                <a:rect l="l" t="t" r="r" b="b"/>
                <a:pathLst>
                  <a:path w="33" h="32" extrusionOk="0">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2"/>
              <p:cNvSpPr/>
              <p:nvPr/>
            </p:nvSpPr>
            <p:spPr>
              <a:xfrm>
                <a:off x="11631612" y="1539875"/>
                <a:ext cx="188913"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2"/>
              <p:cNvSpPr/>
              <p:nvPr/>
            </p:nvSpPr>
            <p:spPr>
              <a:xfrm>
                <a:off x="11531600" y="5694363"/>
                <a:ext cx="298450" cy="1154113"/>
              </a:xfrm>
              <a:custGeom>
                <a:avLst/>
                <a:gdLst/>
                <a:ahLst/>
                <a:cxnLst/>
                <a:rect l="l" t="t" r="r" b="b"/>
                <a:pathLst>
                  <a:path w="188" h="727" extrusionOk="0">
                    <a:moveTo>
                      <a:pt x="15" y="727"/>
                    </a:moveTo>
                    <a:lnTo>
                      <a:pt x="0" y="727"/>
                    </a:lnTo>
                    <a:lnTo>
                      <a:pt x="0" y="407"/>
                    </a:lnTo>
                    <a:lnTo>
                      <a:pt x="0" y="407"/>
                    </a:lnTo>
                    <a:lnTo>
                      <a:pt x="176" y="0"/>
                    </a:lnTo>
                    <a:lnTo>
                      <a:pt x="188" y="6"/>
                    </a:lnTo>
                    <a:lnTo>
                      <a:pt x="15" y="410"/>
                    </a:lnTo>
                    <a:lnTo>
                      <a:pt x="15" y="727"/>
                    </a:lnTo>
                    <a:close/>
                  </a:path>
                </a:pathLst>
              </a:custGeom>
              <a:gradFill>
                <a:gsLst>
                  <a:gs pos="0">
                    <a:schemeClr val="lt2"/>
                  </a:gs>
                  <a:gs pos="100000">
                    <a:srgbClr val="3B4B54"/>
                  </a:gs>
                </a:gsLst>
                <a:lin ang="5400000" scaled="0"/>
              </a:gradFill>
              <a:ln>
                <a:noFill/>
              </a:ln>
            </p:spPr>
          </p:sp>
          <p:sp>
            <p:nvSpPr>
              <p:cNvPr id="45" name="Google Shape;45;p22"/>
              <p:cNvSpPr/>
              <p:nvPr/>
            </p:nvSpPr>
            <p:spPr>
              <a:xfrm>
                <a:off x="11772900" y="5551488"/>
                <a:ext cx="157163" cy="155575"/>
              </a:xfrm>
              <a:custGeom>
                <a:avLst/>
                <a:gdLst/>
                <a:ahLst/>
                <a:cxnLst/>
                <a:rect l="l" t="t" r="r" b="b"/>
                <a:pathLst>
                  <a:path w="33" h="33" extrusionOk="0">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2"/>
              <p:cNvSpPr/>
              <p:nvPr/>
            </p:nvSpPr>
            <p:spPr>
              <a:xfrm>
                <a:off x="11710987" y="4763"/>
                <a:ext cx="304800" cy="1544638"/>
              </a:xfrm>
              <a:custGeom>
                <a:avLst/>
                <a:gdLst/>
                <a:ahLst/>
                <a:cxnLst/>
                <a:rect l="l" t="t" r="r" b="b"/>
                <a:pathLst>
                  <a:path w="192" h="973" extrusionOk="0">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chemeClr val="lt2"/>
                  </a:gs>
                  <a:gs pos="100000">
                    <a:srgbClr val="3B4B54"/>
                  </a:gs>
                </a:gsLst>
                <a:lin ang="5400000" scaled="0"/>
              </a:gradFill>
              <a:ln>
                <a:noFill/>
              </a:ln>
            </p:spPr>
          </p:sp>
          <p:sp>
            <p:nvSpPr>
              <p:cNvPr id="47" name="Google Shape;47;p22"/>
              <p:cNvSpPr/>
              <p:nvPr/>
            </p:nvSpPr>
            <p:spPr>
              <a:xfrm>
                <a:off x="11636375" y="4867275"/>
                <a:ext cx="188913"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2"/>
              <p:cNvSpPr/>
              <p:nvPr/>
            </p:nvSpPr>
            <p:spPr>
              <a:xfrm>
                <a:off x="11441112" y="5046663"/>
                <a:ext cx="307975" cy="1801813"/>
              </a:xfrm>
              <a:custGeom>
                <a:avLst/>
                <a:gdLst/>
                <a:ahLst/>
                <a:cxnLst/>
                <a:rect l="l" t="t" r="r" b="b"/>
                <a:pathLst>
                  <a:path w="194" h="1135" extrusionOk="0">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chemeClr val="lt2"/>
                  </a:gs>
                  <a:gs pos="100000">
                    <a:srgbClr val="3B4B54"/>
                  </a:gs>
                </a:gsLst>
                <a:lin ang="5400000" scaled="0"/>
              </a:gradFill>
              <a:ln>
                <a:noFill/>
              </a:ln>
            </p:spPr>
          </p:sp>
          <p:sp>
            <p:nvSpPr>
              <p:cNvPr id="49" name="Google Shape;49;p22"/>
              <p:cNvSpPr/>
              <p:nvPr/>
            </p:nvSpPr>
            <p:spPr>
              <a:xfrm>
                <a:off x="11849100" y="64166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2"/>
              <p:cNvSpPr/>
              <p:nvPr/>
            </p:nvSpPr>
            <p:spPr>
              <a:xfrm>
                <a:off x="11939587" y="6596063"/>
                <a:ext cx="23813" cy="252413"/>
              </a:xfrm>
              <a:prstGeom prst="rect">
                <a:avLst/>
              </a:prstGeom>
              <a:gradFill>
                <a:gsLst>
                  <a:gs pos="0">
                    <a:schemeClr val="lt2"/>
                  </a:gs>
                  <a:gs pos="100000">
                    <a:srgbClr val="3B4B5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1" name="Google Shape;51;p22"/>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3600"/>
              <a:buFont typeface="Twentieth Century"/>
              <a:buNone/>
              <a:defRPr sz="3600" b="0" i="0" u="none" strike="noStrike" cap="none">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22"/>
          <p:cNvSpPr txBox="1">
            <a:spLocks noGrp="1"/>
          </p:cNvSpPr>
          <p:nvPr>
            <p:ph type="body" idx="1"/>
          </p:nvPr>
        </p:nvSpPr>
        <p:spPr>
          <a:xfrm>
            <a:off x="1141412" y="2249487"/>
            <a:ext cx="9905999" cy="3541714"/>
          </a:xfrm>
          <a:prstGeom prst="rect">
            <a:avLst/>
          </a:prstGeom>
          <a:noFill/>
          <a:ln>
            <a:noFill/>
          </a:ln>
        </p:spPr>
        <p:txBody>
          <a:bodyPr spcFirstLastPara="1" wrap="square" lIns="91425" tIns="45700" rIns="91425" bIns="45700" anchor="t" anchorCtr="0">
            <a:normAutofit/>
          </a:bodyPr>
          <a:lstStyle>
            <a:lvl1pPr marL="457200" marR="0" lvl="0" indent="-419100" algn="l" rtl="0">
              <a:lnSpc>
                <a:spcPct val="120000"/>
              </a:lnSpc>
              <a:spcBef>
                <a:spcPts val="1000"/>
              </a:spcBef>
              <a:spcAft>
                <a:spcPts val="0"/>
              </a:spcAft>
              <a:buClr>
                <a:schemeClr val="lt1"/>
              </a:buClr>
              <a:buSzPts val="3000"/>
              <a:buFont typeface="Arial"/>
              <a:buChar char="•"/>
              <a:defRPr sz="2400" b="0" i="0" u="none" strike="noStrike" cap="none">
                <a:solidFill>
                  <a:schemeClr val="lt1"/>
                </a:solidFill>
                <a:latin typeface="Twentieth Century"/>
                <a:ea typeface="Twentieth Century"/>
                <a:cs typeface="Twentieth Century"/>
                <a:sym typeface="Twentieth Century"/>
              </a:defRPr>
            </a:lvl1pPr>
            <a:lvl2pPr marL="914400" marR="0" lvl="1" indent="-387350" algn="l" rtl="0">
              <a:lnSpc>
                <a:spcPct val="120000"/>
              </a:lnSpc>
              <a:spcBef>
                <a:spcPts val="500"/>
              </a:spcBef>
              <a:spcAft>
                <a:spcPts val="0"/>
              </a:spcAft>
              <a:buClr>
                <a:schemeClr val="lt1"/>
              </a:buClr>
              <a:buSzPts val="2500"/>
              <a:buFont typeface="Arial"/>
              <a:buChar char="•"/>
              <a:defRPr sz="2000" b="0" i="0" u="none" strike="noStrike" cap="none">
                <a:solidFill>
                  <a:schemeClr val="lt1"/>
                </a:solidFill>
                <a:latin typeface="Twentieth Century"/>
                <a:ea typeface="Twentieth Century"/>
                <a:cs typeface="Twentieth Century"/>
                <a:sym typeface="Twentieth Century"/>
              </a:defRPr>
            </a:lvl2pPr>
            <a:lvl3pPr marL="1371600" marR="0" lvl="2" indent="-371475" algn="l" rtl="0">
              <a:lnSpc>
                <a:spcPct val="120000"/>
              </a:lnSpc>
              <a:spcBef>
                <a:spcPts val="500"/>
              </a:spcBef>
              <a:spcAft>
                <a:spcPts val="0"/>
              </a:spcAft>
              <a:buClr>
                <a:schemeClr val="lt1"/>
              </a:buClr>
              <a:buSzPts val="2250"/>
              <a:buFont typeface="Arial"/>
              <a:buChar char="•"/>
              <a:defRPr sz="1800" b="0" i="0" u="none" strike="noStrike" cap="none">
                <a:solidFill>
                  <a:schemeClr val="lt1"/>
                </a:solidFill>
                <a:latin typeface="Twentieth Century"/>
                <a:ea typeface="Twentieth Century"/>
                <a:cs typeface="Twentieth Century"/>
                <a:sym typeface="Twentieth Century"/>
              </a:defRPr>
            </a:lvl3pPr>
            <a:lvl4pPr marL="1828800" marR="0" lvl="3" indent="-355600" algn="l" rtl="0">
              <a:lnSpc>
                <a:spcPct val="120000"/>
              </a:lnSpc>
              <a:spcBef>
                <a:spcPts val="500"/>
              </a:spcBef>
              <a:spcAft>
                <a:spcPts val="0"/>
              </a:spcAft>
              <a:buClr>
                <a:schemeClr val="lt1"/>
              </a:buClr>
              <a:buSzPts val="2000"/>
              <a:buFont typeface="Arial"/>
              <a:buChar char="•"/>
              <a:defRPr sz="1600" b="0" i="0" u="none" strike="noStrike" cap="none">
                <a:solidFill>
                  <a:schemeClr val="lt1"/>
                </a:solidFill>
                <a:latin typeface="Twentieth Century"/>
                <a:ea typeface="Twentieth Century"/>
                <a:cs typeface="Twentieth Century"/>
                <a:sym typeface="Twentieth Century"/>
              </a:defRPr>
            </a:lvl4pPr>
            <a:lvl5pPr marL="2286000" marR="0" lvl="4" indent="-355600" algn="l" rtl="0">
              <a:lnSpc>
                <a:spcPct val="120000"/>
              </a:lnSpc>
              <a:spcBef>
                <a:spcPts val="500"/>
              </a:spcBef>
              <a:spcAft>
                <a:spcPts val="0"/>
              </a:spcAft>
              <a:buClr>
                <a:schemeClr val="lt1"/>
              </a:buClr>
              <a:buSzPts val="2000"/>
              <a:buFont typeface="Arial"/>
              <a:buChar char="•"/>
              <a:defRPr sz="1600" b="0" i="0" u="none" strike="noStrike" cap="none">
                <a:solidFill>
                  <a:schemeClr val="lt1"/>
                </a:solidFill>
                <a:latin typeface="Twentieth Century"/>
                <a:ea typeface="Twentieth Century"/>
                <a:cs typeface="Twentieth Century"/>
                <a:sym typeface="Twentieth Century"/>
              </a:defRPr>
            </a:lvl5pPr>
            <a:lvl6pPr marL="2743200" marR="0" lvl="5"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6pPr>
            <a:lvl7pPr marL="3200400" marR="0" lvl="6"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7pPr>
            <a:lvl8pPr marL="3657600" marR="0" lvl="7"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8pPr>
            <a:lvl9pPr marL="4114800" marR="0" lvl="8"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53" name="Google Shape;53;p22"/>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lt1"/>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54" name="Google Shape;54;p22"/>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lt1"/>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55" name="Google Shape;55;p22"/>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1pPr>
            <a:lvl2pPr marL="0" marR="0" lvl="1"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2pPr>
            <a:lvl3pPr marL="0" marR="0" lvl="2"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3pPr>
            <a:lvl4pPr marL="0" marR="0" lvl="3"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4pPr>
            <a:lvl5pPr marL="0" marR="0" lvl="4"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5pPr>
            <a:lvl6pPr marL="0" marR="0" lvl="5"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6pPr>
            <a:lvl7pPr marL="0" marR="0" lvl="6"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7pPr>
            <a:lvl8pPr marL="0" marR="0" lvl="7"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8pPr>
            <a:lvl9pPr marL="0" marR="0" lvl="8"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jayathansenthilkumar/Veo"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8"/>
        <p:cNvGrpSpPr/>
        <p:nvPr/>
      </p:nvGrpSpPr>
      <p:grpSpPr>
        <a:xfrm>
          <a:off x="0" y="0"/>
          <a:ext cx="0" cy="0"/>
          <a:chOff x="0" y="0"/>
          <a:chExt cx="0" cy="0"/>
        </a:xfrm>
      </p:grpSpPr>
      <p:grpSp>
        <p:nvGrpSpPr>
          <p:cNvPr id="239" name="Google Shape;239;p1"/>
          <p:cNvGrpSpPr/>
          <p:nvPr/>
        </p:nvGrpSpPr>
        <p:grpSpPr>
          <a:xfrm>
            <a:off x="0" y="-1"/>
            <a:ext cx="12192003" cy="6858001"/>
            <a:chOff x="0" y="-1"/>
            <a:chExt cx="12192003" cy="6858001"/>
          </a:xfrm>
        </p:grpSpPr>
        <p:sp>
          <p:nvSpPr>
            <p:cNvPr id="240" name="Google Shape;240;p1"/>
            <p:cNvSpPr/>
            <p:nvPr/>
          </p:nvSpPr>
          <p:spPr>
            <a:xfrm>
              <a:off x="1" y="-1"/>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imes New Roman"/>
                <a:ea typeface="Times New Roman"/>
                <a:cs typeface="Times New Roman"/>
                <a:sym typeface="Times New Roman"/>
              </a:endParaRPr>
            </a:p>
          </p:txBody>
        </p:sp>
        <p:pic>
          <p:nvPicPr>
            <p:cNvPr id="241" name="Google Shape;241;p1"/>
            <p:cNvPicPr preferRelativeResize="0"/>
            <p:nvPr/>
          </p:nvPicPr>
          <p:blipFill rotWithShape="1">
            <a:blip r:embed="rId4">
              <a:alphaModFix amt="30000"/>
            </a:blip>
            <a:srcRect/>
            <a:stretch/>
          </p:blipFill>
          <p:spPr>
            <a:xfrm>
              <a:off x="0" y="-1"/>
              <a:ext cx="12192003" cy="6858001"/>
            </a:xfrm>
            <a:prstGeom prst="rect">
              <a:avLst/>
            </a:prstGeom>
            <a:noFill/>
            <a:ln>
              <a:noFill/>
            </a:ln>
          </p:spPr>
        </p:pic>
      </p:grpSp>
      <p:pic>
        <p:nvPicPr>
          <p:cNvPr id="242" name="Google Shape;242;p1" descr="Lightbulb"/>
          <p:cNvPicPr preferRelativeResize="0"/>
          <p:nvPr/>
        </p:nvPicPr>
        <p:blipFill rotWithShape="1">
          <a:blip r:embed="rId5">
            <a:alphaModFix/>
          </a:blip>
          <a:srcRect/>
          <a:stretch/>
        </p:blipFill>
        <p:spPr>
          <a:xfrm>
            <a:off x="10290" y="10"/>
            <a:ext cx="12188389" cy="6857990"/>
          </a:xfrm>
          <a:prstGeom prst="rect">
            <a:avLst/>
          </a:prstGeom>
          <a:noFill/>
          <a:ln>
            <a:noFill/>
          </a:ln>
        </p:spPr>
      </p:pic>
      <p:grpSp>
        <p:nvGrpSpPr>
          <p:cNvPr id="243" name="Google Shape;243;p1"/>
          <p:cNvGrpSpPr/>
          <p:nvPr/>
        </p:nvGrpSpPr>
        <p:grpSpPr>
          <a:xfrm>
            <a:off x="605895" y="2235200"/>
            <a:ext cx="10982062" cy="2396067"/>
            <a:chOff x="605895" y="2235200"/>
            <a:chExt cx="10982062" cy="2396067"/>
          </a:xfrm>
        </p:grpSpPr>
        <p:sp>
          <p:nvSpPr>
            <p:cNvPr id="244" name="Google Shape;244;p1"/>
            <p:cNvSpPr/>
            <p:nvPr/>
          </p:nvSpPr>
          <p:spPr>
            <a:xfrm>
              <a:off x="2582333" y="2235200"/>
              <a:ext cx="7027334" cy="2396067"/>
            </a:xfrm>
            <a:prstGeom prst="round2DiagRect">
              <a:avLst>
                <a:gd name="adj1" fmla="val 9246"/>
                <a:gd name="adj2" fmla="val 0"/>
              </a:avLst>
            </a:prstGeom>
            <a:solidFill>
              <a:schemeClr val="dk1">
                <a:alpha val="80000"/>
              </a:schemeClr>
            </a:solidFill>
            <a:ln w="19050" cap="sq" cmpd="sng">
              <a:solidFill>
                <a:schemeClr val="lt2">
                  <a:alpha val="60000"/>
                </a:schemeClr>
              </a:solidFill>
              <a:prstDash val="solid"/>
              <a:miter lim="800000"/>
              <a:headEnd type="none" w="sm" len="sm"/>
              <a:tailEnd type="none" w="sm" len="sm"/>
            </a:ln>
            <a:effectLst>
              <a:outerShdw blurRad="889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imes New Roman"/>
                <a:ea typeface="Times New Roman"/>
                <a:cs typeface="Times New Roman"/>
                <a:sym typeface="Times New Roman"/>
              </a:endParaRPr>
            </a:p>
          </p:txBody>
        </p:sp>
        <p:grpSp>
          <p:nvGrpSpPr>
            <p:cNvPr id="245" name="Google Shape;245;p1"/>
            <p:cNvGrpSpPr/>
            <p:nvPr/>
          </p:nvGrpSpPr>
          <p:grpSpPr>
            <a:xfrm>
              <a:off x="605895" y="2900097"/>
              <a:ext cx="10982062" cy="1211524"/>
              <a:chOff x="605895" y="2900097"/>
              <a:chExt cx="10982062" cy="1211524"/>
            </a:xfrm>
          </p:grpSpPr>
          <p:sp>
            <p:nvSpPr>
              <p:cNvPr id="246" name="Google Shape;246;p1"/>
              <p:cNvSpPr/>
              <p:nvPr/>
            </p:nvSpPr>
            <p:spPr>
              <a:xfrm rot="-5400000" flipH="1">
                <a:off x="9653587" y="3379784"/>
                <a:ext cx="417513" cy="512763"/>
              </a:xfrm>
              <a:custGeom>
                <a:avLst/>
                <a:gdLst/>
                <a:ahLst/>
                <a:cxnLst/>
                <a:rect l="l" t="t" r="r" b="b"/>
                <a:pathLst>
                  <a:path w="263" h="323" extrusionOk="0">
                    <a:moveTo>
                      <a:pt x="12" y="323"/>
                    </a:moveTo>
                    <a:lnTo>
                      <a:pt x="0" y="314"/>
                    </a:lnTo>
                    <a:lnTo>
                      <a:pt x="203" y="108"/>
                    </a:lnTo>
                    <a:lnTo>
                      <a:pt x="248" y="0"/>
                    </a:lnTo>
                    <a:lnTo>
                      <a:pt x="263" y="6"/>
                    </a:lnTo>
                    <a:lnTo>
                      <a:pt x="218" y="117"/>
                    </a:lnTo>
                    <a:lnTo>
                      <a:pt x="218" y="117"/>
                    </a:lnTo>
                    <a:lnTo>
                      <a:pt x="12" y="323"/>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47" name="Google Shape;247;p1"/>
              <p:cNvSpPr/>
              <p:nvPr/>
            </p:nvSpPr>
            <p:spPr>
              <a:xfrm rot="-5400000" flipH="1">
                <a:off x="10078244" y="3310728"/>
                <a:ext cx="157163" cy="152400"/>
              </a:xfrm>
              <a:custGeom>
                <a:avLst/>
                <a:gdLst/>
                <a:ahLst/>
                <a:cxnLst/>
                <a:rect l="l" t="t" r="r" b="b"/>
                <a:pathLst>
                  <a:path w="33" h="32" extrusionOk="0">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
              <p:cNvSpPr/>
              <p:nvPr/>
            </p:nvSpPr>
            <p:spPr>
              <a:xfrm rot="-5400000" flipH="1">
                <a:off x="11146631" y="3574253"/>
                <a:ext cx="188913"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
              <p:cNvSpPr/>
              <p:nvPr/>
            </p:nvSpPr>
            <p:spPr>
              <a:xfrm rot="-5400000" flipH="1">
                <a:off x="10230644" y="3034502"/>
                <a:ext cx="304800" cy="1544638"/>
              </a:xfrm>
              <a:custGeom>
                <a:avLst/>
                <a:gdLst/>
                <a:ahLst/>
                <a:cxnLst/>
                <a:rect l="l" t="t" r="r" b="b"/>
                <a:pathLst>
                  <a:path w="192" h="973" extrusionOk="0">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50" name="Google Shape;250;p1"/>
              <p:cNvSpPr/>
              <p:nvPr/>
            </p:nvSpPr>
            <p:spPr>
              <a:xfrm rot="5400000">
                <a:off x="10034587" y="2562753"/>
                <a:ext cx="298450" cy="1154113"/>
              </a:xfrm>
              <a:custGeom>
                <a:avLst/>
                <a:gdLst/>
                <a:ahLst/>
                <a:cxnLst/>
                <a:rect l="l" t="t" r="r" b="b"/>
                <a:pathLst>
                  <a:path w="188" h="727" extrusionOk="0">
                    <a:moveTo>
                      <a:pt x="15" y="727"/>
                    </a:moveTo>
                    <a:lnTo>
                      <a:pt x="0" y="727"/>
                    </a:lnTo>
                    <a:lnTo>
                      <a:pt x="0" y="407"/>
                    </a:lnTo>
                    <a:lnTo>
                      <a:pt x="0" y="407"/>
                    </a:lnTo>
                    <a:lnTo>
                      <a:pt x="176" y="0"/>
                    </a:lnTo>
                    <a:lnTo>
                      <a:pt x="188" y="6"/>
                    </a:lnTo>
                    <a:lnTo>
                      <a:pt x="15" y="410"/>
                    </a:lnTo>
                    <a:lnTo>
                      <a:pt x="15" y="727"/>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51" name="Google Shape;251;p1"/>
              <p:cNvSpPr/>
              <p:nvPr/>
            </p:nvSpPr>
            <p:spPr>
              <a:xfrm rot="5400000">
                <a:off x="10747375" y="3232679"/>
                <a:ext cx="157163" cy="155575"/>
              </a:xfrm>
              <a:custGeom>
                <a:avLst/>
                <a:gdLst/>
                <a:ahLst/>
                <a:cxnLst/>
                <a:rect l="l" t="t" r="r" b="b"/>
                <a:pathLst>
                  <a:path w="33" h="33" extrusionOk="0">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
              <p:cNvSpPr/>
              <p:nvPr/>
            </p:nvSpPr>
            <p:spPr>
              <a:xfrm rot="5400000">
                <a:off x="11399044" y="3095360"/>
                <a:ext cx="188913"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
              <p:cNvSpPr/>
              <p:nvPr/>
            </p:nvSpPr>
            <p:spPr>
              <a:xfrm rot="5400000">
                <a:off x="10353675" y="2153178"/>
                <a:ext cx="307975" cy="1801813"/>
              </a:xfrm>
              <a:custGeom>
                <a:avLst/>
                <a:gdLst/>
                <a:ahLst/>
                <a:cxnLst/>
                <a:rect l="l" t="t" r="r" b="b"/>
                <a:pathLst>
                  <a:path w="194" h="1135" extrusionOk="0">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54" name="Google Shape;254;p1"/>
              <p:cNvSpPr/>
              <p:nvPr/>
            </p:nvSpPr>
            <p:spPr>
              <a:xfrm rot="5400000">
                <a:off x="9848850" y="330887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
              <p:cNvSpPr/>
              <p:nvPr/>
            </p:nvSpPr>
            <p:spPr>
              <a:xfrm rot="5400000">
                <a:off x="9721056" y="3284272"/>
                <a:ext cx="23813" cy="252413"/>
              </a:xfrm>
              <a:prstGeom prst="rect">
                <a:avLst/>
              </a:pr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
              <p:cNvSpPr/>
              <p:nvPr/>
            </p:nvSpPr>
            <p:spPr>
              <a:xfrm rot="5400000">
                <a:off x="2122751" y="3532184"/>
                <a:ext cx="417513" cy="512763"/>
              </a:xfrm>
              <a:custGeom>
                <a:avLst/>
                <a:gdLst/>
                <a:ahLst/>
                <a:cxnLst/>
                <a:rect l="l" t="t" r="r" b="b"/>
                <a:pathLst>
                  <a:path w="263" h="323" extrusionOk="0">
                    <a:moveTo>
                      <a:pt x="12" y="323"/>
                    </a:moveTo>
                    <a:lnTo>
                      <a:pt x="0" y="314"/>
                    </a:lnTo>
                    <a:lnTo>
                      <a:pt x="203" y="108"/>
                    </a:lnTo>
                    <a:lnTo>
                      <a:pt x="248" y="0"/>
                    </a:lnTo>
                    <a:lnTo>
                      <a:pt x="263" y="6"/>
                    </a:lnTo>
                    <a:lnTo>
                      <a:pt x="218" y="117"/>
                    </a:lnTo>
                    <a:lnTo>
                      <a:pt x="218" y="117"/>
                    </a:lnTo>
                    <a:lnTo>
                      <a:pt x="12" y="323"/>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57" name="Google Shape;257;p1"/>
              <p:cNvSpPr/>
              <p:nvPr/>
            </p:nvSpPr>
            <p:spPr>
              <a:xfrm rot="5400000">
                <a:off x="1958445" y="3463128"/>
                <a:ext cx="157163" cy="152400"/>
              </a:xfrm>
              <a:custGeom>
                <a:avLst/>
                <a:gdLst/>
                <a:ahLst/>
                <a:cxnLst/>
                <a:rect l="l" t="t" r="r" b="b"/>
                <a:pathLst>
                  <a:path w="33" h="32" extrusionOk="0">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
              <p:cNvSpPr/>
              <p:nvPr/>
            </p:nvSpPr>
            <p:spPr>
              <a:xfrm rot="5400000">
                <a:off x="858308" y="3726653"/>
                <a:ext cx="188913"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
              <p:cNvSpPr/>
              <p:nvPr/>
            </p:nvSpPr>
            <p:spPr>
              <a:xfrm rot="5400000">
                <a:off x="1658407" y="3186902"/>
                <a:ext cx="304800" cy="1544638"/>
              </a:xfrm>
              <a:custGeom>
                <a:avLst/>
                <a:gdLst/>
                <a:ahLst/>
                <a:cxnLst/>
                <a:rect l="l" t="t" r="r" b="b"/>
                <a:pathLst>
                  <a:path w="192" h="973" extrusionOk="0">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60" name="Google Shape;260;p1"/>
              <p:cNvSpPr/>
              <p:nvPr/>
            </p:nvSpPr>
            <p:spPr>
              <a:xfrm rot="-5400000" flipH="1">
                <a:off x="1860814" y="2715153"/>
                <a:ext cx="298450" cy="1154113"/>
              </a:xfrm>
              <a:custGeom>
                <a:avLst/>
                <a:gdLst/>
                <a:ahLst/>
                <a:cxnLst/>
                <a:rect l="l" t="t" r="r" b="b"/>
                <a:pathLst>
                  <a:path w="188" h="727" extrusionOk="0">
                    <a:moveTo>
                      <a:pt x="15" y="727"/>
                    </a:moveTo>
                    <a:lnTo>
                      <a:pt x="0" y="727"/>
                    </a:lnTo>
                    <a:lnTo>
                      <a:pt x="0" y="407"/>
                    </a:lnTo>
                    <a:lnTo>
                      <a:pt x="0" y="407"/>
                    </a:lnTo>
                    <a:lnTo>
                      <a:pt x="176" y="0"/>
                    </a:lnTo>
                    <a:lnTo>
                      <a:pt x="188" y="6"/>
                    </a:lnTo>
                    <a:lnTo>
                      <a:pt x="15" y="410"/>
                    </a:lnTo>
                    <a:lnTo>
                      <a:pt x="15" y="727"/>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61" name="Google Shape;261;p1"/>
              <p:cNvSpPr/>
              <p:nvPr/>
            </p:nvSpPr>
            <p:spPr>
              <a:xfrm rot="-5400000" flipH="1">
                <a:off x="1289314" y="3385079"/>
                <a:ext cx="157163" cy="155575"/>
              </a:xfrm>
              <a:custGeom>
                <a:avLst/>
                <a:gdLst/>
                <a:ahLst/>
                <a:cxnLst/>
                <a:rect l="l" t="t" r="r" b="b"/>
                <a:pathLst>
                  <a:path w="33" h="33" extrusionOk="0">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
              <p:cNvSpPr/>
              <p:nvPr/>
            </p:nvSpPr>
            <p:spPr>
              <a:xfrm rot="-5400000" flipH="1">
                <a:off x="605895" y="3247760"/>
                <a:ext cx="188913"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
              <p:cNvSpPr/>
              <p:nvPr/>
            </p:nvSpPr>
            <p:spPr>
              <a:xfrm rot="-5400000" flipH="1">
                <a:off x="1532202" y="2305578"/>
                <a:ext cx="307975" cy="1801813"/>
              </a:xfrm>
              <a:custGeom>
                <a:avLst/>
                <a:gdLst/>
                <a:ahLst/>
                <a:cxnLst/>
                <a:rect l="l" t="t" r="r" b="b"/>
                <a:pathLst>
                  <a:path w="194" h="1135" extrusionOk="0">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lt2">
                  <a:alpha val="60000"/>
                </a:schemeClr>
              </a:solidFill>
              <a:ln>
                <a:noFill/>
              </a:ln>
              <a:effectLst>
                <a:outerShdw blurRad="50800" dist="38100" dir="2700000" algn="tl" rotWithShape="0">
                  <a:srgbClr val="000000">
                    <a:alpha val="57647"/>
                  </a:srgbClr>
                </a:outerShdw>
              </a:effectLst>
            </p:spPr>
          </p:sp>
          <p:sp>
            <p:nvSpPr>
              <p:cNvPr id="264" name="Google Shape;264;p1"/>
              <p:cNvSpPr/>
              <p:nvPr/>
            </p:nvSpPr>
            <p:spPr>
              <a:xfrm rot="-5400000" flipH="1">
                <a:off x="2154501" y="346127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
              <p:cNvSpPr/>
              <p:nvPr/>
            </p:nvSpPr>
            <p:spPr>
              <a:xfrm rot="-5400000" flipH="1">
                <a:off x="2448983" y="3436672"/>
                <a:ext cx="23813" cy="252413"/>
              </a:xfrm>
              <a:prstGeom prst="rect">
                <a:avLst/>
              </a:prstGeom>
              <a:solidFill>
                <a:schemeClr val="lt2">
                  <a:alpha val="60000"/>
                </a:schemeClr>
              </a:solidFill>
              <a:ln>
                <a:noFill/>
              </a:ln>
              <a:effectLst>
                <a:outerShdw blurRad="50800" dist="38100" dir="2700000" algn="tl" rotWithShape="0">
                  <a:srgbClr val="000000">
                    <a:alpha val="5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6" name="Google Shape;266;p1"/>
          <p:cNvSpPr txBox="1">
            <a:spLocks noGrp="1"/>
          </p:cNvSpPr>
          <p:nvPr>
            <p:ph type="ctrTitle"/>
          </p:nvPr>
        </p:nvSpPr>
        <p:spPr>
          <a:xfrm>
            <a:off x="2667000" y="2328334"/>
            <a:ext cx="6858000" cy="136789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100000"/>
              <a:buFont typeface="Times New Roman"/>
              <a:buNone/>
            </a:pPr>
            <a:r>
              <a:rPr lang="en-US" dirty="0">
                <a:latin typeface="Times New Roman"/>
                <a:ea typeface="Times New Roman"/>
                <a:cs typeface="Times New Roman"/>
                <a:sym typeface="Times New Roman"/>
              </a:rPr>
              <a:t>DATA ANALYTICS AND BUSINESS INTELLIGENCE</a:t>
            </a:r>
            <a:endParaRPr dirty="0"/>
          </a:p>
        </p:txBody>
      </p:sp>
      <p:sp>
        <p:nvSpPr>
          <p:cNvPr id="267" name="Google Shape;267;p1"/>
          <p:cNvSpPr txBox="1">
            <a:spLocks noGrp="1"/>
          </p:cNvSpPr>
          <p:nvPr>
            <p:ph type="subTitle" idx="1"/>
          </p:nvPr>
        </p:nvSpPr>
        <p:spPr>
          <a:xfrm>
            <a:off x="2667001" y="3602038"/>
            <a:ext cx="6857999" cy="953029"/>
          </a:xfrm>
          <a:prstGeom prst="rect">
            <a:avLst/>
          </a:prstGeom>
          <a:no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Clr>
                <a:schemeClr val="lt2"/>
              </a:buClr>
              <a:buSzPts val="3500"/>
              <a:buNone/>
            </a:pPr>
            <a:r>
              <a:rPr lang="en-US" sz="2800" b="1" dirty="0">
                <a:latin typeface="Times New Roman"/>
                <a:ea typeface="Times New Roman"/>
                <a:cs typeface="Times New Roman"/>
                <a:sym typeface="Times New Roman"/>
              </a:rPr>
              <a:t>EVENT ATTENDANCE DASHBOARD</a:t>
            </a:r>
            <a:endParaRPr dirty="0"/>
          </a:p>
        </p:txBody>
      </p:sp>
      <p:sp>
        <p:nvSpPr>
          <p:cNvPr id="268" name="Google Shape;268;p1"/>
          <p:cNvSpPr/>
          <p:nvPr/>
        </p:nvSpPr>
        <p:spPr>
          <a:xfrm>
            <a:off x="0" y="0"/>
            <a:ext cx="12192000"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69" name="Google Shape;269;p1"/>
          <p:cNvSpPr txBox="1"/>
          <p:nvPr/>
        </p:nvSpPr>
        <p:spPr>
          <a:xfrm>
            <a:off x="4916831" y="4078552"/>
            <a:ext cx="235833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chemeClr val="lt1"/>
                </a:solidFill>
                <a:latin typeface="Times New Roman"/>
                <a:ea typeface="Times New Roman"/>
                <a:cs typeface="Times New Roman"/>
                <a:sym typeface="Times New Roman"/>
              </a:rPr>
              <a:t>18AMC401JT</a:t>
            </a:r>
            <a:endParaRPr/>
          </a:p>
        </p:txBody>
      </p:sp>
      <p:sp>
        <p:nvSpPr>
          <p:cNvPr id="270" name="Google Shape;270;p1"/>
          <p:cNvSpPr txBox="1"/>
          <p:nvPr/>
        </p:nvSpPr>
        <p:spPr>
          <a:xfrm>
            <a:off x="1829391" y="4938388"/>
            <a:ext cx="253582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lt1"/>
                </a:solidFill>
                <a:latin typeface="Times New Roman"/>
                <a:ea typeface="Times New Roman"/>
                <a:cs typeface="Times New Roman"/>
                <a:sym typeface="Times New Roman"/>
              </a:rPr>
              <a:t>Ms. SIVASANKARI</a:t>
            </a:r>
            <a:endParaRPr dirty="0"/>
          </a:p>
          <a:p>
            <a:pPr marL="0" marR="0" lvl="0" indent="0" algn="l" rtl="0">
              <a:spcBef>
                <a:spcPts val="0"/>
              </a:spcBef>
              <a:spcAft>
                <a:spcPts val="0"/>
              </a:spcAft>
              <a:buNone/>
            </a:pPr>
            <a:r>
              <a:rPr lang="en-US" sz="1800" b="1" dirty="0">
                <a:solidFill>
                  <a:schemeClr val="lt1"/>
                </a:solidFill>
                <a:latin typeface="Times New Roman"/>
                <a:ea typeface="Times New Roman"/>
                <a:cs typeface="Times New Roman"/>
                <a:sym typeface="Times New Roman"/>
              </a:rPr>
              <a:t>IBM Corporate Trainer</a:t>
            </a:r>
            <a:endParaRPr dirty="0"/>
          </a:p>
        </p:txBody>
      </p:sp>
      <p:sp>
        <p:nvSpPr>
          <p:cNvPr id="271" name="Google Shape;271;p1"/>
          <p:cNvSpPr txBox="1"/>
          <p:nvPr/>
        </p:nvSpPr>
        <p:spPr>
          <a:xfrm>
            <a:off x="1249797" y="4601377"/>
            <a:ext cx="121347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Times New Roman"/>
                <a:ea typeface="Times New Roman"/>
                <a:cs typeface="Times New Roman"/>
                <a:sym typeface="Times New Roman"/>
              </a:rPr>
              <a:t>Guided by,</a:t>
            </a:r>
            <a:endParaRPr/>
          </a:p>
        </p:txBody>
      </p:sp>
      <p:sp>
        <p:nvSpPr>
          <p:cNvPr id="272" name="Google Shape;272;p1"/>
          <p:cNvSpPr txBox="1"/>
          <p:nvPr/>
        </p:nvSpPr>
        <p:spPr>
          <a:xfrm>
            <a:off x="5693367" y="4970619"/>
            <a:ext cx="142026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Times New Roman"/>
                <a:ea typeface="Times New Roman"/>
                <a:cs typeface="Times New Roman"/>
                <a:sym typeface="Times New Roman"/>
              </a:rPr>
              <a:t>Presented by,</a:t>
            </a:r>
            <a:endParaRPr/>
          </a:p>
        </p:txBody>
      </p:sp>
      <p:sp>
        <p:nvSpPr>
          <p:cNvPr id="273" name="Google Shape;273;p1"/>
          <p:cNvSpPr txBox="1"/>
          <p:nvPr/>
        </p:nvSpPr>
        <p:spPr>
          <a:xfrm>
            <a:off x="6096000" y="5307637"/>
            <a:ext cx="5042350"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imes New Roman"/>
                <a:ea typeface="Times New Roman"/>
                <a:cs typeface="Times New Roman"/>
                <a:sym typeface="Times New Roman"/>
              </a:rPr>
              <a:t>JAYANTHAN S </a:t>
            </a:r>
            <a:r>
              <a:rPr lang="en-US" sz="1800" b="1" dirty="0">
                <a:solidFill>
                  <a:schemeClr val="lt1"/>
                </a:solidFill>
                <a:latin typeface="Times New Roman"/>
                <a:ea typeface="Times New Roman"/>
                <a:cs typeface="Times New Roman"/>
                <a:sym typeface="Times New Roman"/>
              </a:rPr>
              <a:t>[927622BAL016 ]</a:t>
            </a:r>
            <a:endParaRPr dirty="0"/>
          </a:p>
          <a:p>
            <a:pPr marL="0" marR="0" lvl="0" indent="0" algn="l" rtl="0">
              <a:spcBef>
                <a:spcPts val="0"/>
              </a:spcBef>
              <a:spcAft>
                <a:spcPts val="0"/>
              </a:spcAft>
              <a:buNone/>
            </a:pPr>
            <a:r>
              <a:rPr lang="en-US" sz="1800" b="1" dirty="0">
                <a:solidFill>
                  <a:schemeClr val="lt1"/>
                </a:solidFill>
                <a:latin typeface="Times New Roman"/>
                <a:ea typeface="Times New Roman"/>
                <a:cs typeface="Times New Roman"/>
                <a:sym typeface="Times New Roman"/>
              </a:rPr>
              <a:t>BATCH : 2022 - 2026</a:t>
            </a:r>
            <a:endParaRPr dirty="0"/>
          </a:p>
          <a:p>
            <a:pPr marL="0" marR="0" lvl="0" indent="0" algn="l" rtl="0">
              <a:spcBef>
                <a:spcPts val="0"/>
              </a:spcBef>
              <a:spcAft>
                <a:spcPts val="0"/>
              </a:spcAft>
              <a:buNone/>
            </a:pPr>
            <a:r>
              <a:rPr lang="en-US" sz="1800" b="1" dirty="0">
                <a:solidFill>
                  <a:schemeClr val="lt1"/>
                </a:solidFill>
                <a:latin typeface="Times New Roman"/>
                <a:ea typeface="Times New Roman"/>
                <a:cs typeface="Times New Roman"/>
                <a:sym typeface="Times New Roman"/>
              </a:rPr>
              <a:t>ACADEMIC YEAR : 2025 - 2026 </a:t>
            </a:r>
            <a:endParaRPr dirty="0"/>
          </a:p>
          <a:p>
            <a:pPr marL="0" marR="0" lvl="0" indent="0" algn="l" rtl="0">
              <a:spcBef>
                <a:spcPts val="0"/>
              </a:spcBef>
              <a:spcAft>
                <a:spcPts val="0"/>
              </a:spcAft>
              <a:buNone/>
            </a:pPr>
            <a:r>
              <a:rPr lang="en-US" sz="1800" b="1" dirty="0">
                <a:solidFill>
                  <a:schemeClr val="lt1"/>
                </a:solidFill>
                <a:latin typeface="Times New Roman"/>
                <a:ea typeface="Times New Roman"/>
                <a:cs typeface="Times New Roman"/>
                <a:sym typeface="Times New Roman"/>
              </a:rPr>
              <a:t>FINAL YEAR - AIML</a:t>
            </a:r>
            <a:endParaRPr dirty="0"/>
          </a:p>
        </p:txBody>
      </p:sp>
      <p:sp>
        <p:nvSpPr>
          <p:cNvPr id="274" name="Google Shape;274;p1"/>
          <p:cNvSpPr txBox="1"/>
          <p:nvPr/>
        </p:nvSpPr>
        <p:spPr>
          <a:xfrm>
            <a:off x="2249751" y="780080"/>
            <a:ext cx="10876506"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lt1"/>
                </a:solidFill>
                <a:latin typeface="Times New Roman"/>
                <a:ea typeface="Times New Roman"/>
                <a:cs typeface="Times New Roman"/>
                <a:sym typeface="Times New Roman"/>
              </a:rPr>
              <a:t>                </a:t>
            </a:r>
            <a:r>
              <a:rPr lang="en-US" sz="2800" b="1">
                <a:solidFill>
                  <a:schemeClr val="lt1"/>
                </a:solidFill>
                <a:latin typeface="Times New Roman"/>
                <a:ea typeface="Times New Roman"/>
                <a:cs typeface="Times New Roman"/>
                <a:sym typeface="Times New Roman"/>
              </a:rPr>
              <a:t>ARTIFICIAL INTELLIGENCE  </a:t>
            </a:r>
            <a:endParaRPr/>
          </a:p>
          <a:p>
            <a:pPr marL="0" marR="0" lvl="0" indent="0" algn="l" rtl="0">
              <a:spcBef>
                <a:spcPts val="0"/>
              </a:spcBef>
              <a:spcAft>
                <a:spcPts val="0"/>
              </a:spcAft>
              <a:buNone/>
            </a:pPr>
            <a:r>
              <a:rPr lang="en-US" sz="2800" b="1">
                <a:solidFill>
                  <a:schemeClr val="lt1"/>
                </a:solidFill>
                <a:latin typeface="Times New Roman"/>
                <a:ea typeface="Times New Roman"/>
                <a:cs typeface="Times New Roman"/>
                <a:sym typeface="Times New Roman"/>
              </a:rPr>
              <a:t>                                        AND </a:t>
            </a:r>
            <a:endParaRPr/>
          </a:p>
          <a:p>
            <a:pPr marL="0" marR="0" lvl="0" indent="0" algn="l" rtl="0">
              <a:spcBef>
                <a:spcPts val="0"/>
              </a:spcBef>
              <a:spcAft>
                <a:spcPts val="0"/>
              </a:spcAft>
              <a:buNone/>
            </a:pPr>
            <a:r>
              <a:rPr lang="en-US" sz="2800" b="1">
                <a:solidFill>
                  <a:schemeClr val="lt1"/>
                </a:solidFill>
                <a:latin typeface="Times New Roman"/>
                <a:ea typeface="Times New Roman"/>
                <a:cs typeface="Times New Roman"/>
                <a:sym typeface="Times New Roman"/>
              </a:rPr>
              <a:t>                         MACHINE LEARNING</a:t>
            </a:r>
            <a:endParaRPr/>
          </a:p>
        </p:txBody>
      </p:sp>
      <p:pic>
        <p:nvPicPr>
          <p:cNvPr id="275" name="Google Shape;275;p1"/>
          <p:cNvPicPr preferRelativeResize="0"/>
          <p:nvPr/>
        </p:nvPicPr>
        <p:blipFill rotWithShape="1">
          <a:blip r:embed="rId6">
            <a:alphaModFix/>
          </a:blip>
          <a:srcRect/>
          <a:stretch/>
        </p:blipFill>
        <p:spPr>
          <a:xfrm>
            <a:off x="-7019" y="-26418"/>
            <a:ext cx="3506323" cy="1177834"/>
          </a:xfrm>
          <a:prstGeom prst="rect">
            <a:avLst/>
          </a:prstGeom>
          <a:noFill/>
          <a:ln>
            <a:noFill/>
          </a:ln>
        </p:spPr>
      </p:pic>
      <p:pic>
        <p:nvPicPr>
          <p:cNvPr id="276" name="Google Shape;276;p1" descr="Logo"/>
          <p:cNvPicPr preferRelativeResize="0"/>
          <p:nvPr/>
        </p:nvPicPr>
        <p:blipFill rotWithShape="1">
          <a:blip r:embed="rId7">
            <a:alphaModFix/>
          </a:blip>
          <a:srcRect l="16679" t="30190" r="12615" b="28362"/>
          <a:stretch/>
        </p:blipFill>
        <p:spPr>
          <a:xfrm>
            <a:off x="10450100" y="-30608"/>
            <a:ext cx="1745510" cy="10232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1"/>
        <p:cNvGrpSpPr/>
        <p:nvPr/>
      </p:nvGrpSpPr>
      <p:grpSpPr>
        <a:xfrm>
          <a:off x="0" y="0"/>
          <a:ext cx="0" cy="0"/>
          <a:chOff x="0" y="0"/>
          <a:chExt cx="0" cy="0"/>
        </a:xfrm>
      </p:grpSpPr>
      <p:grpSp>
        <p:nvGrpSpPr>
          <p:cNvPr id="282" name="Google Shape;282;p2"/>
          <p:cNvGrpSpPr/>
          <p:nvPr/>
        </p:nvGrpSpPr>
        <p:grpSpPr>
          <a:xfrm>
            <a:off x="0" y="-1"/>
            <a:ext cx="12192003" cy="6858001"/>
            <a:chOff x="0" y="-1"/>
            <a:chExt cx="12192003" cy="6858001"/>
          </a:xfrm>
        </p:grpSpPr>
        <p:sp>
          <p:nvSpPr>
            <p:cNvPr id="283" name="Google Shape;283;p2"/>
            <p:cNvSpPr/>
            <p:nvPr/>
          </p:nvSpPr>
          <p:spPr>
            <a:xfrm>
              <a:off x="1" y="-1"/>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pic>
          <p:nvPicPr>
            <p:cNvPr id="284" name="Google Shape;284;p2"/>
            <p:cNvPicPr preferRelativeResize="0"/>
            <p:nvPr/>
          </p:nvPicPr>
          <p:blipFill rotWithShape="1">
            <a:blip r:embed="rId4">
              <a:alphaModFix amt="30000"/>
            </a:blip>
            <a:srcRect/>
            <a:stretch/>
          </p:blipFill>
          <p:spPr>
            <a:xfrm>
              <a:off x="0" y="-1"/>
              <a:ext cx="12192003" cy="6858001"/>
            </a:xfrm>
            <a:prstGeom prst="rect">
              <a:avLst/>
            </a:prstGeom>
            <a:noFill/>
            <a:ln>
              <a:noFill/>
            </a:ln>
          </p:spPr>
        </p:pic>
      </p:grpSp>
      <p:sp>
        <p:nvSpPr>
          <p:cNvPr id="285" name="Google Shape;285;p2"/>
          <p:cNvSpPr txBox="1">
            <a:spLocks noGrp="1"/>
          </p:cNvSpPr>
          <p:nvPr>
            <p:ph type="title"/>
          </p:nvPr>
        </p:nvSpPr>
        <p:spPr>
          <a:xfrm>
            <a:off x="5322699" y="222861"/>
            <a:ext cx="3084891"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Times New Roman"/>
              <a:buNone/>
            </a:pPr>
            <a:r>
              <a:rPr lang="en-US" sz="3200" dirty="0">
                <a:latin typeface="Times New Roman"/>
                <a:ea typeface="Times New Roman"/>
                <a:cs typeface="Times New Roman"/>
                <a:sym typeface="Times New Roman"/>
              </a:rPr>
              <a:t>     ABSTRACT</a:t>
            </a:r>
            <a:endParaRPr sz="3200" dirty="0">
              <a:latin typeface="Times New Roman"/>
              <a:ea typeface="Times New Roman"/>
              <a:cs typeface="Times New Roman"/>
              <a:sym typeface="Times New Roman"/>
            </a:endParaRPr>
          </a:p>
        </p:txBody>
      </p:sp>
      <p:grpSp>
        <p:nvGrpSpPr>
          <p:cNvPr id="286" name="Google Shape;286;p2"/>
          <p:cNvGrpSpPr/>
          <p:nvPr/>
        </p:nvGrpSpPr>
        <p:grpSpPr>
          <a:xfrm>
            <a:off x="0" y="0"/>
            <a:ext cx="2305051" cy="6858001"/>
            <a:chOff x="0" y="0"/>
            <a:chExt cx="2305051" cy="6858001"/>
          </a:xfrm>
        </p:grpSpPr>
        <p:sp>
          <p:nvSpPr>
            <p:cNvPr id="287" name="Google Shape;287;p2"/>
            <p:cNvSpPr/>
            <p:nvPr/>
          </p:nvSpPr>
          <p:spPr>
            <a:xfrm>
              <a:off x="1209675" y="4763"/>
              <a:ext cx="23813" cy="2181225"/>
            </a:xfrm>
            <a:prstGeom prst="rect">
              <a:avLst/>
            </a:pr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1128713" y="21764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1123950" y="402113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414338" y="9525"/>
              <a:ext cx="28575" cy="4481513"/>
            </a:xfrm>
            <a:prstGeom prst="rect">
              <a:avLst/>
            </a:pr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333375"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190500" y="9525"/>
              <a:ext cx="152400" cy="908050"/>
            </a:xfrm>
            <a:custGeom>
              <a:avLst/>
              <a:gdLst/>
              <a:ahLst/>
              <a:cxnLst/>
              <a:rect l="l" t="t" r="r" b="b"/>
              <a:pathLst>
                <a:path w="96" h="572" extrusionOk="0">
                  <a:moveTo>
                    <a:pt x="15" y="572"/>
                  </a:moveTo>
                  <a:lnTo>
                    <a:pt x="0" y="566"/>
                  </a:lnTo>
                  <a:lnTo>
                    <a:pt x="81" y="380"/>
                  </a:lnTo>
                  <a:lnTo>
                    <a:pt x="81" y="0"/>
                  </a:lnTo>
                  <a:lnTo>
                    <a:pt x="96" y="0"/>
                  </a:lnTo>
                  <a:lnTo>
                    <a:pt x="96" y="383"/>
                  </a:lnTo>
                  <a:lnTo>
                    <a:pt x="15" y="572"/>
                  </a:lnTo>
                  <a:close/>
                </a:path>
              </a:pathLst>
            </a:custGeom>
            <a:solidFill>
              <a:schemeClr val="lt1">
                <a:alpha val="69803"/>
              </a:schemeClr>
            </a:solidFill>
            <a:ln>
              <a:noFill/>
            </a:ln>
          </p:spPr>
        </p:sp>
        <p:sp>
          <p:nvSpPr>
            <p:cNvPr id="293" name="Google Shape;293;p2"/>
            <p:cNvSpPr/>
            <p:nvPr/>
          </p:nvSpPr>
          <p:spPr>
            <a:xfrm>
              <a:off x="1290638" y="14288"/>
              <a:ext cx="376238" cy="1801813"/>
            </a:xfrm>
            <a:custGeom>
              <a:avLst/>
              <a:gdLst/>
              <a:ahLst/>
              <a:cxnLst/>
              <a:rect l="l" t="t" r="r" b="b"/>
              <a:pathLst>
                <a:path w="237" h="1135" extrusionOk="0">
                  <a:moveTo>
                    <a:pt x="222" y="1135"/>
                  </a:moveTo>
                  <a:lnTo>
                    <a:pt x="0" y="620"/>
                  </a:lnTo>
                  <a:lnTo>
                    <a:pt x="0" y="0"/>
                  </a:lnTo>
                  <a:lnTo>
                    <a:pt x="18" y="0"/>
                  </a:lnTo>
                  <a:lnTo>
                    <a:pt x="18" y="617"/>
                  </a:lnTo>
                  <a:lnTo>
                    <a:pt x="237" y="1129"/>
                  </a:lnTo>
                  <a:lnTo>
                    <a:pt x="222" y="1135"/>
                  </a:lnTo>
                  <a:close/>
                </a:path>
              </a:pathLst>
            </a:custGeom>
            <a:solidFill>
              <a:schemeClr val="lt1">
                <a:alpha val="69803"/>
              </a:schemeClr>
            </a:solidFill>
            <a:ln>
              <a:noFill/>
            </a:ln>
          </p:spPr>
        </p:sp>
        <p:sp>
          <p:nvSpPr>
            <p:cNvPr id="294" name="Google Shape;294;p2"/>
            <p:cNvSpPr/>
            <p:nvPr/>
          </p:nvSpPr>
          <p:spPr>
            <a:xfrm>
              <a:off x="1600200" y="180181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1381125" y="9525"/>
              <a:ext cx="371475" cy="1425575"/>
            </a:xfrm>
            <a:custGeom>
              <a:avLst/>
              <a:gdLst/>
              <a:ahLst/>
              <a:cxnLst/>
              <a:rect l="l" t="t" r="r" b="b"/>
              <a:pathLst>
                <a:path w="234" h="898" extrusionOk="0">
                  <a:moveTo>
                    <a:pt x="219" y="898"/>
                  </a:moveTo>
                  <a:lnTo>
                    <a:pt x="0" y="383"/>
                  </a:lnTo>
                  <a:lnTo>
                    <a:pt x="0" y="0"/>
                  </a:lnTo>
                  <a:lnTo>
                    <a:pt x="15" y="0"/>
                  </a:lnTo>
                  <a:lnTo>
                    <a:pt x="15" y="380"/>
                  </a:lnTo>
                  <a:lnTo>
                    <a:pt x="234" y="892"/>
                  </a:lnTo>
                  <a:lnTo>
                    <a:pt x="219" y="898"/>
                  </a:lnTo>
                  <a:close/>
                </a:path>
              </a:pathLst>
            </a:custGeom>
            <a:solidFill>
              <a:schemeClr val="lt1">
                <a:alpha val="69803"/>
              </a:schemeClr>
            </a:solidFill>
            <a:ln>
              <a:noFill/>
            </a:ln>
          </p:spPr>
        </p:sp>
        <p:sp>
          <p:nvSpPr>
            <p:cNvPr id="296" name="Google Shape;296;p2"/>
            <p:cNvSpPr/>
            <p:nvPr/>
          </p:nvSpPr>
          <p:spPr>
            <a:xfrm>
              <a:off x="1643063" y="0"/>
              <a:ext cx="152400" cy="912813"/>
            </a:xfrm>
            <a:custGeom>
              <a:avLst/>
              <a:gdLst/>
              <a:ahLst/>
              <a:cxnLst/>
              <a:rect l="l" t="t" r="r" b="b"/>
              <a:pathLst>
                <a:path w="96" h="575" extrusionOk="0">
                  <a:moveTo>
                    <a:pt x="96" y="575"/>
                  </a:moveTo>
                  <a:lnTo>
                    <a:pt x="78" y="575"/>
                  </a:lnTo>
                  <a:lnTo>
                    <a:pt x="78" y="192"/>
                  </a:lnTo>
                  <a:lnTo>
                    <a:pt x="0" y="6"/>
                  </a:lnTo>
                  <a:lnTo>
                    <a:pt x="15" y="0"/>
                  </a:lnTo>
                  <a:lnTo>
                    <a:pt x="96" y="189"/>
                  </a:lnTo>
                  <a:lnTo>
                    <a:pt x="96" y="575"/>
                  </a:lnTo>
                  <a:close/>
                </a:path>
              </a:pathLst>
            </a:custGeom>
            <a:solidFill>
              <a:schemeClr val="lt1">
                <a:alpha val="69803"/>
              </a:schemeClr>
            </a:solidFill>
            <a:ln>
              <a:noFill/>
            </a:ln>
          </p:spPr>
        </p:sp>
        <p:sp>
          <p:nvSpPr>
            <p:cNvPr id="297" name="Google Shape;297;p2"/>
            <p:cNvSpPr/>
            <p:nvPr/>
          </p:nvSpPr>
          <p:spPr>
            <a:xfrm>
              <a:off x="1685925" y="14208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168592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1743075" y="4763"/>
              <a:ext cx="419100" cy="522288"/>
            </a:xfrm>
            <a:custGeom>
              <a:avLst/>
              <a:gdLst/>
              <a:ahLst/>
              <a:cxnLst/>
              <a:rect l="l" t="t" r="r" b="b"/>
              <a:pathLst>
                <a:path w="264" h="329" extrusionOk="0">
                  <a:moveTo>
                    <a:pt x="252" y="329"/>
                  </a:moveTo>
                  <a:lnTo>
                    <a:pt x="45" y="120"/>
                  </a:lnTo>
                  <a:lnTo>
                    <a:pt x="0" y="6"/>
                  </a:lnTo>
                  <a:lnTo>
                    <a:pt x="15" y="0"/>
                  </a:lnTo>
                  <a:lnTo>
                    <a:pt x="60" y="111"/>
                  </a:lnTo>
                  <a:lnTo>
                    <a:pt x="264" y="317"/>
                  </a:lnTo>
                  <a:lnTo>
                    <a:pt x="252" y="329"/>
                  </a:lnTo>
                  <a:close/>
                </a:path>
              </a:pathLst>
            </a:custGeom>
            <a:solidFill>
              <a:schemeClr val="lt1">
                <a:alpha val="69803"/>
              </a:schemeClr>
            </a:solidFill>
            <a:ln>
              <a:noFill/>
            </a:ln>
          </p:spPr>
        </p:sp>
        <p:sp>
          <p:nvSpPr>
            <p:cNvPr id="300" name="Google Shape;300;p2"/>
            <p:cNvSpPr/>
            <p:nvPr/>
          </p:nvSpPr>
          <p:spPr>
            <a:xfrm>
              <a:off x="2119313" y="488950"/>
              <a:ext cx="161925" cy="147638"/>
            </a:xfrm>
            <a:custGeom>
              <a:avLst/>
              <a:gdLst/>
              <a:ahLst/>
              <a:cxnLst/>
              <a:rect l="l" t="t" r="r" b="b"/>
              <a:pathLst>
                <a:path w="34" h="31" extrusionOk="0">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952500" y="4763"/>
              <a:ext cx="152400" cy="908050"/>
            </a:xfrm>
            <a:custGeom>
              <a:avLst/>
              <a:gdLst/>
              <a:ahLst/>
              <a:cxnLst/>
              <a:rect l="l" t="t" r="r" b="b"/>
              <a:pathLst>
                <a:path w="96" h="572" extrusionOk="0">
                  <a:moveTo>
                    <a:pt x="15" y="572"/>
                  </a:moveTo>
                  <a:lnTo>
                    <a:pt x="0" y="572"/>
                  </a:lnTo>
                  <a:lnTo>
                    <a:pt x="0" y="189"/>
                  </a:lnTo>
                  <a:lnTo>
                    <a:pt x="81" y="0"/>
                  </a:lnTo>
                  <a:lnTo>
                    <a:pt x="96" y="6"/>
                  </a:lnTo>
                  <a:lnTo>
                    <a:pt x="15" y="192"/>
                  </a:lnTo>
                  <a:lnTo>
                    <a:pt x="15" y="572"/>
                  </a:lnTo>
                  <a:close/>
                </a:path>
              </a:pathLst>
            </a:custGeom>
            <a:solidFill>
              <a:schemeClr val="lt1">
                <a:alpha val="69803"/>
              </a:schemeClr>
            </a:solidFill>
            <a:ln>
              <a:noFill/>
            </a:ln>
          </p:spPr>
        </p:sp>
        <p:sp>
          <p:nvSpPr>
            <p:cNvPr id="302" name="Google Shape;302;p2"/>
            <p:cNvSpPr/>
            <p:nvPr/>
          </p:nvSpPr>
          <p:spPr>
            <a:xfrm>
              <a:off x="86677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890588" y="15541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738188" y="5622925"/>
              <a:ext cx="338138" cy="1216025"/>
            </a:xfrm>
            <a:custGeom>
              <a:avLst/>
              <a:gdLst/>
              <a:ahLst/>
              <a:cxnLst/>
              <a:rect l="l" t="t" r="r" b="b"/>
              <a:pathLst>
                <a:path w="213" h="766" extrusionOk="0">
                  <a:moveTo>
                    <a:pt x="213" y="766"/>
                  </a:moveTo>
                  <a:lnTo>
                    <a:pt x="195" y="766"/>
                  </a:lnTo>
                  <a:lnTo>
                    <a:pt x="195" y="464"/>
                  </a:lnTo>
                  <a:lnTo>
                    <a:pt x="0" y="6"/>
                  </a:lnTo>
                  <a:lnTo>
                    <a:pt x="12" y="0"/>
                  </a:lnTo>
                  <a:lnTo>
                    <a:pt x="213" y="461"/>
                  </a:lnTo>
                  <a:lnTo>
                    <a:pt x="213" y="766"/>
                  </a:lnTo>
                  <a:close/>
                </a:path>
              </a:pathLst>
            </a:custGeom>
            <a:solidFill>
              <a:schemeClr val="lt1">
                <a:alpha val="69803"/>
              </a:schemeClr>
            </a:solidFill>
            <a:ln>
              <a:noFill/>
            </a:ln>
          </p:spPr>
        </p:sp>
        <p:sp>
          <p:nvSpPr>
            <p:cNvPr id="305" name="Google Shape;305;p2"/>
            <p:cNvSpPr/>
            <p:nvPr/>
          </p:nvSpPr>
          <p:spPr>
            <a:xfrm>
              <a:off x="647700" y="5480050"/>
              <a:ext cx="157163" cy="157163"/>
            </a:xfrm>
            <a:custGeom>
              <a:avLst/>
              <a:gdLst/>
              <a:ahLst/>
              <a:cxnLst/>
              <a:rect l="l" t="t" r="r" b="b"/>
              <a:pathLst>
                <a:path w="33" h="33" extrusionOk="0">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6667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0" y="3897313"/>
              <a:ext cx="133350" cy="266700"/>
            </a:xfrm>
            <a:custGeom>
              <a:avLst/>
              <a:gdLst/>
              <a:ahLst/>
              <a:cxnLst/>
              <a:rect l="l" t="t" r="r" b="b"/>
              <a:pathLst>
                <a:path w="84" h="168" extrusionOk="0">
                  <a:moveTo>
                    <a:pt x="69" y="168"/>
                  </a:moveTo>
                  <a:lnTo>
                    <a:pt x="0" y="6"/>
                  </a:lnTo>
                  <a:lnTo>
                    <a:pt x="12" y="0"/>
                  </a:lnTo>
                  <a:lnTo>
                    <a:pt x="84" y="162"/>
                  </a:lnTo>
                  <a:lnTo>
                    <a:pt x="69" y="168"/>
                  </a:lnTo>
                  <a:close/>
                </a:path>
              </a:pathLst>
            </a:custGeom>
            <a:solidFill>
              <a:schemeClr val="lt1">
                <a:alpha val="69803"/>
              </a:schemeClr>
            </a:solidFill>
            <a:ln>
              <a:noFill/>
            </a:ln>
          </p:spPr>
        </p:sp>
        <p:sp>
          <p:nvSpPr>
            <p:cNvPr id="308" name="Google Shape;308;p2"/>
            <p:cNvSpPr/>
            <p:nvPr/>
          </p:nvSpPr>
          <p:spPr>
            <a:xfrm>
              <a:off x="66675" y="414972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0" y="1644650"/>
              <a:ext cx="133350" cy="269875"/>
            </a:xfrm>
            <a:custGeom>
              <a:avLst/>
              <a:gdLst/>
              <a:ahLst/>
              <a:cxnLst/>
              <a:rect l="l" t="t" r="r" b="b"/>
              <a:pathLst>
                <a:path w="84" h="170" extrusionOk="0">
                  <a:moveTo>
                    <a:pt x="12" y="170"/>
                  </a:moveTo>
                  <a:lnTo>
                    <a:pt x="0" y="164"/>
                  </a:lnTo>
                  <a:lnTo>
                    <a:pt x="69" y="0"/>
                  </a:lnTo>
                  <a:lnTo>
                    <a:pt x="84" y="6"/>
                  </a:lnTo>
                  <a:lnTo>
                    <a:pt x="12" y="170"/>
                  </a:lnTo>
                  <a:close/>
                </a:path>
              </a:pathLst>
            </a:custGeom>
            <a:solidFill>
              <a:schemeClr val="lt1">
                <a:alpha val="69803"/>
              </a:schemeClr>
            </a:solidFill>
            <a:ln>
              <a:noFill/>
            </a:ln>
          </p:spPr>
        </p:sp>
        <p:sp>
          <p:nvSpPr>
            <p:cNvPr id="310" name="Google Shape;310;p2"/>
            <p:cNvSpPr/>
            <p:nvPr/>
          </p:nvSpPr>
          <p:spPr>
            <a:xfrm>
              <a:off x="66675" y="146843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695325" y="4763"/>
              <a:ext cx="309563" cy="1558925"/>
            </a:xfrm>
            <a:custGeom>
              <a:avLst/>
              <a:gdLst/>
              <a:ahLst/>
              <a:cxnLst/>
              <a:rect l="l" t="t" r="r" b="b"/>
              <a:pathLst>
                <a:path w="195" h="982" extrusionOk="0">
                  <a:moveTo>
                    <a:pt x="195" y="982"/>
                  </a:moveTo>
                  <a:lnTo>
                    <a:pt x="177" y="982"/>
                  </a:lnTo>
                  <a:lnTo>
                    <a:pt x="177" y="805"/>
                  </a:lnTo>
                  <a:lnTo>
                    <a:pt x="0" y="629"/>
                  </a:lnTo>
                  <a:lnTo>
                    <a:pt x="0" y="0"/>
                  </a:lnTo>
                  <a:lnTo>
                    <a:pt x="18" y="0"/>
                  </a:lnTo>
                  <a:lnTo>
                    <a:pt x="18" y="623"/>
                  </a:lnTo>
                  <a:lnTo>
                    <a:pt x="195" y="796"/>
                  </a:lnTo>
                  <a:lnTo>
                    <a:pt x="195" y="982"/>
                  </a:lnTo>
                  <a:close/>
                </a:path>
              </a:pathLst>
            </a:custGeom>
            <a:solidFill>
              <a:schemeClr val="lt1">
                <a:alpha val="69803"/>
              </a:schemeClr>
            </a:solidFill>
            <a:ln>
              <a:noFill/>
            </a:ln>
          </p:spPr>
        </p:sp>
        <p:sp>
          <p:nvSpPr>
            <p:cNvPr id="312" name="Google Shape;312;p2"/>
            <p:cNvSpPr/>
            <p:nvPr/>
          </p:nvSpPr>
          <p:spPr>
            <a:xfrm>
              <a:off x="57150" y="48815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138113" y="5060950"/>
              <a:ext cx="304800" cy="1778000"/>
            </a:xfrm>
            <a:custGeom>
              <a:avLst/>
              <a:gdLst/>
              <a:ahLst/>
              <a:cxnLst/>
              <a:rect l="l" t="t" r="r" b="b"/>
              <a:pathLst>
                <a:path w="192" h="1120" extrusionOk="0">
                  <a:moveTo>
                    <a:pt x="192" y="1120"/>
                  </a:moveTo>
                  <a:lnTo>
                    <a:pt x="177" y="1120"/>
                  </a:lnTo>
                  <a:lnTo>
                    <a:pt x="177" y="360"/>
                  </a:lnTo>
                  <a:lnTo>
                    <a:pt x="0" y="183"/>
                  </a:lnTo>
                  <a:lnTo>
                    <a:pt x="0" y="0"/>
                  </a:lnTo>
                  <a:lnTo>
                    <a:pt x="15" y="0"/>
                  </a:lnTo>
                  <a:lnTo>
                    <a:pt x="15" y="177"/>
                  </a:lnTo>
                  <a:lnTo>
                    <a:pt x="192" y="354"/>
                  </a:lnTo>
                  <a:lnTo>
                    <a:pt x="192" y="1120"/>
                  </a:lnTo>
                  <a:close/>
                </a:path>
              </a:pathLst>
            </a:custGeom>
            <a:solidFill>
              <a:schemeClr val="lt1">
                <a:alpha val="69803"/>
              </a:schemeClr>
            </a:solidFill>
            <a:ln>
              <a:noFill/>
            </a:ln>
          </p:spPr>
        </p:sp>
        <p:sp>
          <p:nvSpPr>
            <p:cNvPr id="314" name="Google Shape;314;p2"/>
            <p:cNvSpPr/>
            <p:nvPr/>
          </p:nvSpPr>
          <p:spPr>
            <a:xfrm>
              <a:off x="561975" y="64309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642938" y="6610350"/>
              <a:ext cx="23813" cy="242888"/>
            </a:xfrm>
            <a:prstGeom prst="rect">
              <a:avLst/>
            </a:pr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76200" y="64309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0" y="5978525"/>
              <a:ext cx="190500" cy="461963"/>
            </a:xfrm>
            <a:custGeom>
              <a:avLst/>
              <a:gdLst/>
              <a:ahLst/>
              <a:cxnLst/>
              <a:rect l="l" t="t" r="r" b="b"/>
              <a:pathLst>
                <a:path w="120" h="291" extrusionOk="0">
                  <a:moveTo>
                    <a:pt x="120" y="291"/>
                  </a:moveTo>
                  <a:lnTo>
                    <a:pt x="105" y="291"/>
                  </a:lnTo>
                  <a:lnTo>
                    <a:pt x="105" y="114"/>
                  </a:lnTo>
                  <a:lnTo>
                    <a:pt x="0" y="9"/>
                  </a:lnTo>
                  <a:lnTo>
                    <a:pt x="12" y="0"/>
                  </a:lnTo>
                  <a:lnTo>
                    <a:pt x="120" y="108"/>
                  </a:lnTo>
                  <a:lnTo>
                    <a:pt x="120" y="291"/>
                  </a:lnTo>
                  <a:close/>
                </a:path>
              </a:pathLst>
            </a:custGeom>
            <a:solidFill>
              <a:schemeClr val="lt1">
                <a:alpha val="69803"/>
              </a:schemeClr>
            </a:solidFill>
            <a:ln>
              <a:noFill/>
            </a:ln>
          </p:spPr>
        </p:sp>
        <p:sp>
          <p:nvSpPr>
            <p:cNvPr id="318" name="Google Shape;318;p2"/>
            <p:cNvSpPr/>
            <p:nvPr/>
          </p:nvSpPr>
          <p:spPr>
            <a:xfrm>
              <a:off x="1014413" y="1801813"/>
              <a:ext cx="214313" cy="755650"/>
            </a:xfrm>
            <a:custGeom>
              <a:avLst/>
              <a:gdLst/>
              <a:ahLst/>
              <a:cxnLst/>
              <a:rect l="l" t="t" r="r" b="b"/>
              <a:pathLst>
                <a:path w="135" h="476" extrusionOk="0">
                  <a:moveTo>
                    <a:pt x="12" y="476"/>
                  </a:moveTo>
                  <a:lnTo>
                    <a:pt x="0" y="476"/>
                  </a:lnTo>
                  <a:lnTo>
                    <a:pt x="0" y="128"/>
                  </a:lnTo>
                  <a:lnTo>
                    <a:pt x="126" y="0"/>
                  </a:lnTo>
                  <a:lnTo>
                    <a:pt x="135" y="9"/>
                  </a:lnTo>
                  <a:lnTo>
                    <a:pt x="12" y="131"/>
                  </a:lnTo>
                  <a:lnTo>
                    <a:pt x="12" y="476"/>
                  </a:lnTo>
                  <a:close/>
                </a:path>
              </a:pathLst>
            </a:custGeom>
            <a:solidFill>
              <a:schemeClr val="lt1">
                <a:alpha val="69803"/>
              </a:schemeClr>
            </a:solidFill>
            <a:ln>
              <a:noFill/>
            </a:ln>
          </p:spPr>
        </p:sp>
        <p:sp>
          <p:nvSpPr>
            <p:cNvPr id="319" name="Google Shape;319;p2"/>
            <p:cNvSpPr/>
            <p:nvPr/>
          </p:nvSpPr>
          <p:spPr>
            <a:xfrm>
              <a:off x="938213" y="2547938"/>
              <a:ext cx="166688" cy="160338"/>
            </a:xfrm>
            <a:custGeom>
              <a:avLst/>
              <a:gdLst/>
              <a:ahLst/>
              <a:cxnLst/>
              <a:rect l="l" t="t" r="r" b="b"/>
              <a:pathLst>
                <a:path w="35" h="34" extrusionOk="0">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595313" y="4763"/>
              <a:ext cx="638175" cy="4025900"/>
            </a:xfrm>
            <a:custGeom>
              <a:avLst/>
              <a:gdLst/>
              <a:ahLst/>
              <a:cxnLst/>
              <a:rect l="l" t="t" r="r" b="b"/>
              <a:pathLst>
                <a:path w="402" h="2536" extrusionOk="0">
                  <a:moveTo>
                    <a:pt x="402" y="2536"/>
                  </a:moveTo>
                  <a:lnTo>
                    <a:pt x="387" y="2536"/>
                  </a:lnTo>
                  <a:lnTo>
                    <a:pt x="387" y="2311"/>
                  </a:lnTo>
                  <a:lnTo>
                    <a:pt x="0" y="1925"/>
                  </a:lnTo>
                  <a:lnTo>
                    <a:pt x="0" y="0"/>
                  </a:lnTo>
                  <a:lnTo>
                    <a:pt x="15" y="0"/>
                  </a:lnTo>
                  <a:lnTo>
                    <a:pt x="15" y="1916"/>
                  </a:lnTo>
                  <a:lnTo>
                    <a:pt x="402" y="2302"/>
                  </a:lnTo>
                  <a:lnTo>
                    <a:pt x="402" y="2536"/>
                  </a:lnTo>
                  <a:close/>
                </a:path>
              </a:pathLst>
            </a:custGeom>
            <a:solidFill>
              <a:schemeClr val="lt1">
                <a:alpha val="69803"/>
              </a:schemeClr>
            </a:solidFill>
            <a:ln>
              <a:noFill/>
            </a:ln>
          </p:spPr>
        </p:sp>
        <p:sp>
          <p:nvSpPr>
            <p:cNvPr id="321" name="Google Shape;321;p2"/>
            <p:cNvSpPr/>
            <p:nvPr/>
          </p:nvSpPr>
          <p:spPr>
            <a:xfrm>
              <a:off x="1223963" y="1382713"/>
              <a:ext cx="142875" cy="476250"/>
            </a:xfrm>
            <a:custGeom>
              <a:avLst/>
              <a:gdLst/>
              <a:ahLst/>
              <a:cxnLst/>
              <a:rect l="l" t="t" r="r" b="b"/>
              <a:pathLst>
                <a:path w="90" h="300" extrusionOk="0">
                  <a:moveTo>
                    <a:pt x="90" y="300"/>
                  </a:moveTo>
                  <a:lnTo>
                    <a:pt x="78" y="300"/>
                  </a:lnTo>
                  <a:lnTo>
                    <a:pt x="78" y="84"/>
                  </a:lnTo>
                  <a:lnTo>
                    <a:pt x="0" y="9"/>
                  </a:lnTo>
                  <a:lnTo>
                    <a:pt x="9" y="0"/>
                  </a:lnTo>
                  <a:lnTo>
                    <a:pt x="90" y="81"/>
                  </a:lnTo>
                  <a:lnTo>
                    <a:pt x="90" y="300"/>
                  </a:lnTo>
                  <a:close/>
                </a:path>
              </a:pathLst>
            </a:custGeom>
            <a:solidFill>
              <a:schemeClr val="lt1">
                <a:alpha val="69803"/>
              </a:schemeClr>
            </a:solidFill>
            <a:ln>
              <a:noFill/>
            </a:ln>
          </p:spPr>
        </p:sp>
        <p:sp>
          <p:nvSpPr>
            <p:cNvPr id="322" name="Google Shape;322;p2"/>
            <p:cNvSpPr/>
            <p:nvPr/>
          </p:nvSpPr>
          <p:spPr>
            <a:xfrm>
              <a:off x="1300163" y="1849438"/>
              <a:ext cx="109538" cy="107950"/>
            </a:xfrm>
            <a:custGeom>
              <a:avLst/>
              <a:gdLst/>
              <a:ahLst/>
              <a:cxnLst/>
              <a:rect l="l" t="t" r="r" b="b"/>
              <a:pathLst>
                <a:path w="23" h="23" extrusionOk="0">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280988" y="3417888"/>
              <a:ext cx="142875" cy="474663"/>
            </a:xfrm>
            <a:custGeom>
              <a:avLst/>
              <a:gdLst/>
              <a:ahLst/>
              <a:cxnLst/>
              <a:rect l="l" t="t" r="r" b="b"/>
              <a:pathLst>
                <a:path w="90" h="299" extrusionOk="0">
                  <a:moveTo>
                    <a:pt x="12" y="299"/>
                  </a:moveTo>
                  <a:lnTo>
                    <a:pt x="0" y="299"/>
                  </a:lnTo>
                  <a:lnTo>
                    <a:pt x="0" y="80"/>
                  </a:lnTo>
                  <a:lnTo>
                    <a:pt x="81" y="0"/>
                  </a:lnTo>
                  <a:lnTo>
                    <a:pt x="90" y="8"/>
                  </a:lnTo>
                  <a:lnTo>
                    <a:pt x="12" y="83"/>
                  </a:lnTo>
                  <a:lnTo>
                    <a:pt x="12" y="299"/>
                  </a:lnTo>
                  <a:close/>
                </a:path>
              </a:pathLst>
            </a:custGeom>
            <a:solidFill>
              <a:schemeClr val="lt1">
                <a:alpha val="69803"/>
              </a:schemeClr>
            </a:solidFill>
            <a:ln>
              <a:noFill/>
            </a:ln>
          </p:spPr>
        </p:sp>
        <p:sp>
          <p:nvSpPr>
            <p:cNvPr id="324" name="Google Shape;324;p2"/>
            <p:cNvSpPr/>
            <p:nvPr/>
          </p:nvSpPr>
          <p:spPr>
            <a:xfrm>
              <a:off x="238125" y="3883025"/>
              <a:ext cx="109538" cy="109538"/>
            </a:xfrm>
            <a:custGeom>
              <a:avLst/>
              <a:gdLst/>
              <a:ahLst/>
              <a:cxnLst/>
              <a:rect l="l" t="t" r="r" b="b"/>
              <a:pathLst>
                <a:path w="23" h="23" extrusionOk="0">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4763" y="2166938"/>
              <a:ext cx="114300" cy="452438"/>
            </a:xfrm>
            <a:custGeom>
              <a:avLst/>
              <a:gdLst/>
              <a:ahLst/>
              <a:cxnLst/>
              <a:rect l="l" t="t" r="r" b="b"/>
              <a:pathLst>
                <a:path w="72" h="285" extrusionOk="0">
                  <a:moveTo>
                    <a:pt x="6" y="285"/>
                  </a:moveTo>
                  <a:lnTo>
                    <a:pt x="0" y="276"/>
                  </a:lnTo>
                  <a:lnTo>
                    <a:pt x="60" y="216"/>
                  </a:lnTo>
                  <a:lnTo>
                    <a:pt x="60" y="0"/>
                  </a:lnTo>
                  <a:lnTo>
                    <a:pt x="72" y="0"/>
                  </a:lnTo>
                  <a:lnTo>
                    <a:pt x="72" y="222"/>
                  </a:lnTo>
                  <a:lnTo>
                    <a:pt x="6" y="285"/>
                  </a:lnTo>
                  <a:close/>
                </a:path>
              </a:pathLst>
            </a:custGeom>
            <a:solidFill>
              <a:schemeClr val="lt1">
                <a:alpha val="69803"/>
              </a:schemeClr>
            </a:solidFill>
            <a:ln>
              <a:noFill/>
            </a:ln>
          </p:spPr>
        </p:sp>
        <p:sp>
          <p:nvSpPr>
            <p:cNvPr id="326" name="Google Shape;326;p2"/>
            <p:cNvSpPr/>
            <p:nvPr/>
          </p:nvSpPr>
          <p:spPr>
            <a:xfrm>
              <a:off x="52388" y="2066925"/>
              <a:ext cx="109538" cy="109538"/>
            </a:xfrm>
            <a:custGeom>
              <a:avLst/>
              <a:gdLst/>
              <a:ahLst/>
              <a:cxnLst/>
              <a:rect l="l" t="t" r="r" b="b"/>
              <a:pathLst>
                <a:path w="23" h="23" extrusionOk="0">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1228725" y="4662488"/>
              <a:ext cx="23813" cy="2181225"/>
            </a:xfrm>
            <a:prstGeom prst="rect">
              <a:avLst/>
            </a:pr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1319213" y="5041900"/>
              <a:ext cx="371475" cy="1801813"/>
            </a:xfrm>
            <a:custGeom>
              <a:avLst/>
              <a:gdLst/>
              <a:ahLst/>
              <a:cxnLst/>
              <a:rect l="l" t="t" r="r" b="b"/>
              <a:pathLst>
                <a:path w="234" h="1135" extrusionOk="0">
                  <a:moveTo>
                    <a:pt x="15" y="1135"/>
                  </a:moveTo>
                  <a:lnTo>
                    <a:pt x="0" y="1135"/>
                  </a:lnTo>
                  <a:lnTo>
                    <a:pt x="0" y="515"/>
                  </a:lnTo>
                  <a:lnTo>
                    <a:pt x="0" y="512"/>
                  </a:lnTo>
                  <a:lnTo>
                    <a:pt x="219" y="0"/>
                  </a:lnTo>
                  <a:lnTo>
                    <a:pt x="234" y="6"/>
                  </a:lnTo>
                  <a:lnTo>
                    <a:pt x="15" y="518"/>
                  </a:lnTo>
                  <a:lnTo>
                    <a:pt x="15" y="1135"/>
                  </a:lnTo>
                  <a:close/>
                </a:path>
              </a:pathLst>
            </a:custGeom>
            <a:solidFill>
              <a:schemeClr val="lt1">
                <a:alpha val="69803"/>
              </a:schemeClr>
            </a:solidFill>
            <a:ln>
              <a:noFill/>
            </a:ln>
          </p:spPr>
        </p:sp>
        <p:sp>
          <p:nvSpPr>
            <p:cNvPr id="329" name="Google Shape;329;p2"/>
            <p:cNvSpPr/>
            <p:nvPr/>
          </p:nvSpPr>
          <p:spPr>
            <a:xfrm>
              <a:off x="1147763"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819150" y="3983038"/>
              <a:ext cx="347663" cy="2860675"/>
            </a:xfrm>
            <a:custGeom>
              <a:avLst/>
              <a:gdLst/>
              <a:ahLst/>
              <a:cxnLst/>
              <a:rect l="l" t="t" r="r" b="b"/>
              <a:pathLst>
                <a:path w="219" h="1802" extrusionOk="0">
                  <a:moveTo>
                    <a:pt x="219" y="1802"/>
                  </a:moveTo>
                  <a:lnTo>
                    <a:pt x="201" y="1802"/>
                  </a:lnTo>
                  <a:lnTo>
                    <a:pt x="201" y="1185"/>
                  </a:lnTo>
                  <a:lnTo>
                    <a:pt x="0" y="3"/>
                  </a:lnTo>
                  <a:lnTo>
                    <a:pt x="15" y="0"/>
                  </a:lnTo>
                  <a:lnTo>
                    <a:pt x="219" y="1185"/>
                  </a:lnTo>
                  <a:lnTo>
                    <a:pt x="219" y="1802"/>
                  </a:lnTo>
                  <a:close/>
                </a:path>
              </a:pathLst>
            </a:custGeom>
            <a:solidFill>
              <a:schemeClr val="lt1">
                <a:alpha val="69803"/>
              </a:schemeClr>
            </a:solidFill>
            <a:ln>
              <a:noFill/>
            </a:ln>
          </p:spPr>
        </p:sp>
        <p:sp>
          <p:nvSpPr>
            <p:cNvPr id="331" name="Google Shape;331;p2"/>
            <p:cNvSpPr/>
            <p:nvPr/>
          </p:nvSpPr>
          <p:spPr>
            <a:xfrm>
              <a:off x="728663" y="3806825"/>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1624013" y="48672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1404938" y="5422900"/>
              <a:ext cx="371475" cy="1425575"/>
            </a:xfrm>
            <a:custGeom>
              <a:avLst/>
              <a:gdLst/>
              <a:ahLst/>
              <a:cxnLst/>
              <a:rect l="l" t="t" r="r" b="b"/>
              <a:pathLst>
                <a:path w="234" h="898" extrusionOk="0">
                  <a:moveTo>
                    <a:pt x="18" y="898"/>
                  </a:moveTo>
                  <a:lnTo>
                    <a:pt x="0" y="898"/>
                  </a:lnTo>
                  <a:lnTo>
                    <a:pt x="0" y="515"/>
                  </a:lnTo>
                  <a:lnTo>
                    <a:pt x="0" y="512"/>
                  </a:lnTo>
                  <a:lnTo>
                    <a:pt x="222" y="0"/>
                  </a:lnTo>
                  <a:lnTo>
                    <a:pt x="234" y="6"/>
                  </a:lnTo>
                  <a:lnTo>
                    <a:pt x="18" y="518"/>
                  </a:lnTo>
                  <a:lnTo>
                    <a:pt x="18" y="898"/>
                  </a:lnTo>
                  <a:close/>
                </a:path>
              </a:pathLst>
            </a:custGeom>
            <a:solidFill>
              <a:schemeClr val="lt1">
                <a:alpha val="69803"/>
              </a:schemeClr>
            </a:solidFill>
            <a:ln>
              <a:noFill/>
            </a:ln>
          </p:spPr>
        </p:sp>
        <p:sp>
          <p:nvSpPr>
            <p:cNvPr id="334" name="Google Shape;334;p2"/>
            <p:cNvSpPr/>
            <p:nvPr/>
          </p:nvSpPr>
          <p:spPr>
            <a:xfrm>
              <a:off x="1666875" y="5945188"/>
              <a:ext cx="152400" cy="912813"/>
            </a:xfrm>
            <a:custGeom>
              <a:avLst/>
              <a:gdLst/>
              <a:ahLst/>
              <a:cxnLst/>
              <a:rect l="l" t="t" r="r" b="b"/>
              <a:pathLst>
                <a:path w="96" h="575" extrusionOk="0">
                  <a:moveTo>
                    <a:pt x="15" y="575"/>
                  </a:moveTo>
                  <a:lnTo>
                    <a:pt x="0" y="569"/>
                  </a:lnTo>
                  <a:lnTo>
                    <a:pt x="81" y="383"/>
                  </a:lnTo>
                  <a:lnTo>
                    <a:pt x="81" y="0"/>
                  </a:lnTo>
                  <a:lnTo>
                    <a:pt x="96" y="0"/>
                  </a:lnTo>
                  <a:lnTo>
                    <a:pt x="96" y="386"/>
                  </a:lnTo>
                  <a:lnTo>
                    <a:pt x="15" y="575"/>
                  </a:lnTo>
                  <a:close/>
                </a:path>
              </a:pathLst>
            </a:custGeom>
            <a:solidFill>
              <a:schemeClr val="lt1">
                <a:alpha val="69803"/>
              </a:schemeClr>
            </a:solidFill>
            <a:ln>
              <a:noFill/>
            </a:ln>
          </p:spPr>
        </p:sp>
        <p:sp>
          <p:nvSpPr>
            <p:cNvPr id="335" name="Google Shape;335;p2"/>
            <p:cNvSpPr/>
            <p:nvPr/>
          </p:nvSpPr>
          <p:spPr>
            <a:xfrm>
              <a:off x="1709738" y="52466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1709738" y="57642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1766888" y="6330950"/>
              <a:ext cx="419100" cy="527050"/>
            </a:xfrm>
            <a:custGeom>
              <a:avLst/>
              <a:gdLst/>
              <a:ahLst/>
              <a:cxnLst/>
              <a:rect l="l" t="t" r="r" b="b"/>
              <a:pathLst>
                <a:path w="264" h="332" extrusionOk="0">
                  <a:moveTo>
                    <a:pt x="12" y="332"/>
                  </a:moveTo>
                  <a:lnTo>
                    <a:pt x="0" y="326"/>
                  </a:lnTo>
                  <a:lnTo>
                    <a:pt x="45" y="206"/>
                  </a:lnTo>
                  <a:lnTo>
                    <a:pt x="255" y="0"/>
                  </a:lnTo>
                  <a:lnTo>
                    <a:pt x="264" y="12"/>
                  </a:lnTo>
                  <a:lnTo>
                    <a:pt x="60" y="215"/>
                  </a:lnTo>
                  <a:lnTo>
                    <a:pt x="12" y="332"/>
                  </a:lnTo>
                  <a:close/>
                </a:path>
              </a:pathLst>
            </a:custGeom>
            <a:solidFill>
              <a:schemeClr val="lt1">
                <a:alpha val="69803"/>
              </a:schemeClr>
            </a:solidFill>
            <a:ln>
              <a:noFill/>
            </a:ln>
          </p:spPr>
        </p:sp>
        <p:sp>
          <p:nvSpPr>
            <p:cNvPr id="338" name="Google Shape;338;p2"/>
            <p:cNvSpPr/>
            <p:nvPr/>
          </p:nvSpPr>
          <p:spPr>
            <a:xfrm>
              <a:off x="2147888" y="6221413"/>
              <a:ext cx="157163" cy="147638"/>
            </a:xfrm>
            <a:custGeom>
              <a:avLst/>
              <a:gdLst/>
              <a:ahLst/>
              <a:cxnLst/>
              <a:rect l="l" t="t" r="r" b="b"/>
              <a:pathLst>
                <a:path w="33" h="31" extrusionOk="0">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504825" y="9525"/>
              <a:ext cx="233363" cy="5103813"/>
            </a:xfrm>
            <a:custGeom>
              <a:avLst/>
              <a:gdLst/>
              <a:ahLst/>
              <a:cxnLst/>
              <a:rect l="l" t="t" r="r" b="b"/>
              <a:pathLst>
                <a:path w="147" h="3215" extrusionOk="0">
                  <a:moveTo>
                    <a:pt x="132" y="3215"/>
                  </a:moveTo>
                  <a:lnTo>
                    <a:pt x="129" y="2754"/>
                  </a:lnTo>
                  <a:lnTo>
                    <a:pt x="0" y="1901"/>
                  </a:lnTo>
                  <a:lnTo>
                    <a:pt x="0" y="0"/>
                  </a:lnTo>
                  <a:lnTo>
                    <a:pt x="15" y="0"/>
                  </a:lnTo>
                  <a:lnTo>
                    <a:pt x="15" y="1898"/>
                  </a:lnTo>
                  <a:lnTo>
                    <a:pt x="144" y="2754"/>
                  </a:lnTo>
                  <a:lnTo>
                    <a:pt x="147" y="3215"/>
                  </a:lnTo>
                  <a:lnTo>
                    <a:pt x="132" y="3215"/>
                  </a:lnTo>
                  <a:close/>
                </a:path>
              </a:pathLst>
            </a:custGeom>
            <a:solidFill>
              <a:schemeClr val="lt1">
                <a:alpha val="69803"/>
              </a:schemeClr>
            </a:solidFill>
            <a:ln>
              <a:noFill/>
            </a:ln>
          </p:spPr>
        </p:sp>
        <p:sp>
          <p:nvSpPr>
            <p:cNvPr id="340" name="Google Shape;340;p2"/>
            <p:cNvSpPr/>
            <p:nvPr/>
          </p:nvSpPr>
          <p:spPr>
            <a:xfrm>
              <a:off x="633413" y="5103813"/>
              <a:ext cx="185738" cy="185738"/>
            </a:xfrm>
            <a:custGeom>
              <a:avLst/>
              <a:gdLst/>
              <a:ahLst/>
              <a:cxnLst/>
              <a:rect l="l" t="t" r="r" b="b"/>
              <a:pathLst>
                <a:path w="39" h="39" extrusionOk="0">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solidFill>
              <a:schemeClr val="l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1" name="Google Shape;341;p2"/>
          <p:cNvSpPr txBox="1">
            <a:spLocks noGrp="1"/>
          </p:cNvSpPr>
          <p:nvPr>
            <p:ph type="body" idx="1"/>
          </p:nvPr>
        </p:nvSpPr>
        <p:spPr>
          <a:xfrm>
            <a:off x="2095500" y="1480403"/>
            <a:ext cx="9905999" cy="3541714"/>
          </a:xfrm>
          <a:prstGeom prst="rect">
            <a:avLst/>
          </a:prstGeom>
          <a:noFill/>
          <a:ln>
            <a:noFill/>
          </a:ln>
        </p:spPr>
        <p:txBody>
          <a:bodyPr spcFirstLastPara="1" wrap="square" lIns="91425" tIns="45700" rIns="91425" bIns="45700" anchor="t" anchorCtr="0">
            <a:noAutofit/>
          </a:bodyPr>
          <a:lstStyle/>
          <a:p>
            <a:pPr marL="0" indent="0" algn="just">
              <a:lnSpc>
                <a:spcPct val="170000"/>
              </a:lnSpc>
              <a:spcBef>
                <a:spcPts val="0"/>
              </a:spcBef>
              <a:buSzPct val="125000"/>
              <a:buNone/>
            </a:pPr>
            <a:r>
              <a:rPr lang="en-US" sz="2000" dirty="0">
                <a:latin typeface="Times New Roman" panose="02020603050405020304" pitchFamily="18" charset="0"/>
                <a:ea typeface="Times New Roman"/>
                <a:cs typeface="Times New Roman" panose="02020603050405020304" pitchFamily="18" charset="0"/>
                <a:sym typeface="Times New Roman"/>
              </a:rPr>
              <a:t>	</a:t>
            </a:r>
            <a:r>
              <a:rPr lang="en-IN" sz="2000" dirty="0">
                <a:latin typeface="Times New Roman" panose="02020603050405020304" pitchFamily="18" charset="0"/>
                <a:cs typeface="Times New Roman" panose="02020603050405020304" pitchFamily="18" charset="0"/>
              </a:rPr>
              <a:t>The Event Attendance Dashboard stands as a strategic command </a:t>
            </a:r>
            <a:r>
              <a:rPr lang="en-IN" sz="2000" dirty="0" err="1">
                <a:latin typeface="Times New Roman" panose="02020603050405020304" pitchFamily="18" charset="0"/>
                <a:cs typeface="Times New Roman" panose="02020603050405020304" pitchFamily="18" charset="0"/>
              </a:rPr>
              <a:t>center</a:t>
            </a:r>
            <a:r>
              <a:rPr lang="en-IN" sz="2000" dirty="0">
                <a:latin typeface="Times New Roman" panose="02020603050405020304" pitchFamily="18" charset="0"/>
                <a:cs typeface="Times New Roman" panose="02020603050405020304" pitchFamily="18" charset="0"/>
              </a:rPr>
              <a:t> that unifies every thread of an organisation’s event ecosystem, capturing attendance patterns, participant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and logistical efficiency in one consolidated, insight-driven flow. It blends the timeless discipline of structured registers with the agility of modern data intelligence, enabling teams to monitor real-time turnout, analyse engagement trends, forecast capacity needs, and benchmark event performance with boardroom-ready clarity. By integrating registration data, check-in activity, feedback sentiment, and resource utilization, the dashboard transforms scattered details into a cohesive narrative that empowers leaders to make grounded, future-aligned decisions. </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                          INTRODUCTION</a:t>
            </a:r>
            <a:endParaRPr/>
          </a:p>
        </p:txBody>
      </p:sp>
      <p:sp>
        <p:nvSpPr>
          <p:cNvPr id="347" name="Google Shape;347;p3"/>
          <p:cNvSpPr txBox="1">
            <a:spLocks noGrp="1"/>
          </p:cNvSpPr>
          <p:nvPr>
            <p:ph type="body" idx="1"/>
          </p:nvPr>
        </p:nvSpPr>
        <p:spPr>
          <a:xfrm>
            <a:off x="1216057" y="2006891"/>
            <a:ext cx="9905999" cy="3541714"/>
          </a:xfrm>
          <a:prstGeom prst="rect">
            <a:avLst/>
          </a:prstGeom>
          <a:noFill/>
          <a:ln>
            <a:noFill/>
          </a:ln>
        </p:spPr>
        <p:txBody>
          <a:bodyPr spcFirstLastPara="1" wrap="square" lIns="91425" tIns="45700" rIns="91425" bIns="45700" anchor="t" anchorCtr="0">
            <a:normAutofit fontScale="70000" lnSpcReduction="20000"/>
          </a:bodyPr>
          <a:lstStyle/>
          <a:p>
            <a:pPr marL="0" lvl="0" indent="0" algn="just">
              <a:lnSpc>
                <a:spcPct val="170000"/>
              </a:lnSpc>
              <a:spcBef>
                <a:spcPts val="0"/>
              </a:spcBef>
              <a:buSzPct val="125000"/>
              <a:buNone/>
            </a:pPr>
            <a:r>
              <a:rPr lang="en-US" dirty="0">
                <a:latin typeface="Times New Roman" panose="02020603050405020304" pitchFamily="18" charset="0"/>
                <a:ea typeface="Times New Roman"/>
                <a:cs typeface="Times New Roman" panose="02020603050405020304" pitchFamily="18" charset="0"/>
                <a:sym typeface="Times New Roman"/>
              </a:rPr>
              <a:t> 	</a:t>
            </a:r>
            <a:r>
              <a:rPr lang="en-GB" dirty="0">
                <a:latin typeface="Times New Roman" panose="02020603050405020304" pitchFamily="18" charset="0"/>
                <a:cs typeface="Times New Roman" panose="02020603050405020304" pitchFamily="18" charset="0"/>
              </a:rPr>
              <a:t>The Event Attendance Dashboard brings clarity and structure to how organisations plan, track, and evaluate their events. By centralising event details, attendance records, registrations, and feedback into one system, it provides a streamlined view of employee engagement across the organisation. Through real-time analytics and intuitive visualisations, the dashboard improves planning accuracy, optimises resource usage, and strengthens overall event performance. Blending traditional record-keeping discipline with modern data intelligence, it helps leaders understand participation patterns, anticipate future needs, and make confident, informed decisions. Ultimately, the dashboard enhances transparency, supports stronger engagement, and promotes a culture of continuous improvement throughout the organisation.</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                   PROBLEM STATEMENT</a:t>
            </a:r>
            <a:endParaRPr/>
          </a:p>
        </p:txBody>
      </p:sp>
      <p:sp>
        <p:nvSpPr>
          <p:cNvPr id="3" name="TextBox 2">
            <a:extLst>
              <a:ext uri="{FF2B5EF4-FFF2-40B4-BE49-F238E27FC236}">
                <a16:creationId xmlns:a16="http://schemas.microsoft.com/office/drawing/2014/main" id="{36C926F2-AD5F-A985-17D0-DF8BDCB9149C}"/>
              </a:ext>
            </a:extLst>
          </p:cNvPr>
          <p:cNvSpPr txBox="1"/>
          <p:nvPr/>
        </p:nvSpPr>
        <p:spPr>
          <a:xfrm>
            <a:off x="1141413" y="2097088"/>
            <a:ext cx="10086364" cy="3268652"/>
          </a:xfrm>
          <a:prstGeom prst="rect">
            <a:avLst/>
          </a:prstGeom>
          <a:noFill/>
        </p:spPr>
        <p:txBody>
          <a:bodyPr wrap="square">
            <a:spAutoFit/>
          </a:bodyPr>
          <a:lstStyle/>
          <a:p>
            <a:pPr algn="just">
              <a:lnSpc>
                <a:spcPct val="150000"/>
              </a:lnSpc>
            </a:pPr>
            <a:r>
              <a:rPr lang="en-GB" sz="2000" dirty="0">
                <a:solidFill>
                  <a:schemeClr val="bg1"/>
                </a:solidFill>
                <a:latin typeface="Times New Roman" panose="02020603050405020304" pitchFamily="18" charset="0"/>
                <a:cs typeface="Times New Roman" panose="02020603050405020304" pitchFamily="18" charset="0"/>
              </a:rPr>
              <a:t>Organisations often depend on manual or scattered methods to track event attendance, registrations, and feedback, leading to inconsistent data and limited visibility. Without real-time insights or a unified system, it becomes difficult to analyse participation trends, plan resources effectively, or evaluate event performance. This creates delays, inaccuracies, and weak decision-making. Therefore, a centralized, data-driven Event Attendance Dashboard is needed to streamline information, provide real-time analytics, and support efficient, informed event management.</a:t>
            </a:r>
            <a:endParaRPr lang="en-IN"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
          <p:cNvSpPr txBox="1">
            <a:spLocks noGrp="1"/>
          </p:cNvSpPr>
          <p:nvPr>
            <p:ph type="title"/>
          </p:nvPr>
        </p:nvSpPr>
        <p:spPr>
          <a:xfrm>
            <a:off x="1141414" y="407503"/>
            <a:ext cx="9905998" cy="147857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Twentieth Century"/>
              <a:buNone/>
            </a:pPr>
            <a:r>
              <a:rPr lang="en-US" dirty="0">
                <a:latin typeface="Times New Roman"/>
                <a:ea typeface="Times New Roman"/>
                <a:cs typeface="Times New Roman"/>
                <a:sym typeface="Times New Roman"/>
              </a:rPr>
              <a:t>OBJECTIVE</a:t>
            </a:r>
            <a:endParaRPr dirty="0">
              <a:latin typeface="Times New Roman"/>
              <a:ea typeface="Times New Roman"/>
              <a:cs typeface="Times New Roman"/>
              <a:sym typeface="Times New Roman"/>
            </a:endParaRPr>
          </a:p>
        </p:txBody>
      </p:sp>
      <p:sp>
        <p:nvSpPr>
          <p:cNvPr id="359" name="Google Shape;359;p5"/>
          <p:cNvSpPr txBox="1">
            <a:spLocks noGrp="1"/>
          </p:cNvSpPr>
          <p:nvPr>
            <p:ph type="body" idx="1"/>
          </p:nvPr>
        </p:nvSpPr>
        <p:spPr>
          <a:xfrm>
            <a:off x="1141413" y="2097088"/>
            <a:ext cx="9905999" cy="3541714"/>
          </a:xfrm>
          <a:prstGeom prst="rect">
            <a:avLst/>
          </a:prstGeom>
          <a:noFill/>
          <a:ln>
            <a:noFill/>
          </a:ln>
        </p:spPr>
        <p:txBody>
          <a:bodyPr spcFirstLastPara="1" wrap="square" lIns="91425" tIns="45700" rIns="91425" bIns="45700" anchor="t" anchorCtr="0">
            <a:normAutofit/>
          </a:bodyPr>
          <a:lstStyle/>
          <a:p>
            <a:pPr marL="0" lvl="0" indent="0" algn="just">
              <a:spcBef>
                <a:spcPts val="0"/>
              </a:spcBef>
              <a:buSzPts val="3000"/>
              <a:buNone/>
            </a:pPr>
            <a:r>
              <a:rPr lang="en-US" sz="2000" dirty="0">
                <a:latin typeface="Times New Roman" panose="02020603050405020304" pitchFamily="18" charset="0"/>
                <a:ea typeface="Times New Roman"/>
                <a:cs typeface="Times New Roman" panose="02020603050405020304" pitchFamily="18" charset="0"/>
                <a:sym typeface="Times New Roman"/>
              </a:rPr>
              <a:t>	</a:t>
            </a:r>
            <a:r>
              <a:rPr lang="en-GB" sz="2000" dirty="0">
                <a:latin typeface="Times New Roman" panose="02020603050405020304" pitchFamily="18" charset="0"/>
                <a:cs typeface="Times New Roman" panose="02020603050405020304" pitchFamily="18" charset="0"/>
              </a:rPr>
              <a:t>The primary objective of the Event Attendance Dashboard is to centralise all event-related information such as attendance records, registrations, feedback, and logistics into a single, unified system. By providing real-time insights and visual analytics, the dashboard aims to help organisations understand participation trends, evaluate event performance, and improve planning accuracy. It further seeks to optimise resource allocation, enhance overall engagement, and support faster, data-driven decision-making. Through this streamlined approach, the system enables teams to manage events more efficiently and deliver meaningful improvements across the organisational event process.</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6"/>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DATASET OVERVIEW</a:t>
            </a:r>
            <a:endParaRPr/>
          </a:p>
        </p:txBody>
      </p:sp>
      <p:sp>
        <p:nvSpPr>
          <p:cNvPr id="365" name="Google Shape;365;p6"/>
          <p:cNvSpPr txBox="1">
            <a:spLocks noGrp="1"/>
          </p:cNvSpPr>
          <p:nvPr>
            <p:ph type="body" idx="1"/>
          </p:nvPr>
        </p:nvSpPr>
        <p:spPr>
          <a:xfrm>
            <a:off x="1739290" y="1976925"/>
            <a:ext cx="9084042" cy="3541714"/>
          </a:xfrm>
          <a:prstGeom prst="rect">
            <a:avLst/>
          </a:prstGeom>
          <a:noFill/>
          <a:ln>
            <a:noFill/>
          </a:ln>
        </p:spPr>
        <p:txBody>
          <a:bodyPr spcFirstLastPara="1" wrap="square" lIns="91425" tIns="45700" rIns="91425" bIns="45700" anchor="t" anchorCtr="0">
            <a:normAutofit/>
          </a:bodyPr>
          <a:lstStyle/>
          <a:p>
            <a:pPr marL="0" lvl="0" indent="0" algn="just">
              <a:lnSpc>
                <a:spcPct val="150000"/>
              </a:lnSpc>
              <a:spcBef>
                <a:spcPts val="0"/>
              </a:spcBef>
              <a:buSzPts val="3000"/>
              <a:buNone/>
            </a:pPr>
            <a:r>
              <a:rPr lang="en-GB" sz="2000" dirty="0">
                <a:latin typeface="Times New Roman" panose="02020603050405020304" pitchFamily="18" charset="0"/>
                <a:cs typeface="Times New Roman" panose="02020603050405020304" pitchFamily="18" charset="0"/>
              </a:rPr>
              <a:t>The dataset combines all key event-related information, including event details, attendee records, registrations, attendance logs, feedback ratings, and logistics data. These structured data points provide a complete view of participation patterns, event performance, and operational insights, forming the foundation for accurate analysis and meaningful dashboard visualisations.</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7"/>
          <p:cNvSpPr txBox="1">
            <a:spLocks noGrp="1"/>
          </p:cNvSpPr>
          <p:nvPr>
            <p:ph type="title"/>
          </p:nvPr>
        </p:nvSpPr>
        <p:spPr>
          <a:xfrm>
            <a:off x="1143001" y="117357"/>
            <a:ext cx="9905998" cy="75308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dirty="0">
                <a:latin typeface="Times New Roman"/>
                <a:ea typeface="Times New Roman"/>
                <a:cs typeface="Times New Roman"/>
                <a:sym typeface="Times New Roman"/>
              </a:rPr>
              <a:t>                           KEY INSIGHTS</a:t>
            </a:r>
            <a:endParaRPr dirty="0"/>
          </a:p>
        </p:txBody>
      </p:sp>
      <p:graphicFrame>
        <p:nvGraphicFramePr>
          <p:cNvPr id="2" name="Table 1">
            <a:extLst>
              <a:ext uri="{FF2B5EF4-FFF2-40B4-BE49-F238E27FC236}">
                <a16:creationId xmlns:a16="http://schemas.microsoft.com/office/drawing/2014/main" id="{7E30C2CE-1F2B-2286-3811-595C6C666576}"/>
              </a:ext>
            </a:extLst>
          </p:cNvPr>
          <p:cNvGraphicFramePr>
            <a:graphicFrameLocks noGrp="1"/>
          </p:cNvGraphicFramePr>
          <p:nvPr>
            <p:extLst>
              <p:ext uri="{D42A27DB-BD31-4B8C-83A1-F6EECF244321}">
                <p14:modId xmlns:p14="http://schemas.microsoft.com/office/powerpoint/2010/main" val="4044302426"/>
              </p:ext>
            </p:extLst>
          </p:nvPr>
        </p:nvGraphicFramePr>
        <p:xfrm>
          <a:off x="1290046" y="1220790"/>
          <a:ext cx="9611907" cy="4802669"/>
        </p:xfrm>
        <a:graphic>
          <a:graphicData uri="http://schemas.openxmlformats.org/drawingml/2006/table">
            <a:tbl>
              <a:tblPr/>
              <a:tblGrid>
                <a:gridCol w="3203969">
                  <a:extLst>
                    <a:ext uri="{9D8B030D-6E8A-4147-A177-3AD203B41FA5}">
                      <a16:colId xmlns:a16="http://schemas.microsoft.com/office/drawing/2014/main" val="1994470395"/>
                    </a:ext>
                  </a:extLst>
                </a:gridCol>
                <a:gridCol w="3203969">
                  <a:extLst>
                    <a:ext uri="{9D8B030D-6E8A-4147-A177-3AD203B41FA5}">
                      <a16:colId xmlns:a16="http://schemas.microsoft.com/office/drawing/2014/main" val="3785936111"/>
                    </a:ext>
                  </a:extLst>
                </a:gridCol>
                <a:gridCol w="3203969">
                  <a:extLst>
                    <a:ext uri="{9D8B030D-6E8A-4147-A177-3AD203B41FA5}">
                      <a16:colId xmlns:a16="http://schemas.microsoft.com/office/drawing/2014/main" val="66703316"/>
                    </a:ext>
                  </a:extLst>
                </a:gridCol>
              </a:tblGrid>
              <a:tr h="204723">
                <a:tc>
                  <a:txBody>
                    <a:bodyPr/>
                    <a:lstStyle/>
                    <a:p>
                      <a:pPr algn="ctr">
                        <a:buNone/>
                      </a:pPr>
                      <a:r>
                        <a:rPr lang="en-IN" sz="1400" b="1" i="1">
                          <a:solidFill>
                            <a:schemeClr val="bg1"/>
                          </a:solidFill>
                          <a:latin typeface="Times New Roman" panose="02020603050405020304" pitchFamily="18" charset="0"/>
                          <a:cs typeface="Times New Roman" panose="02020603050405020304" pitchFamily="18" charset="0"/>
                        </a:rPr>
                        <a:t>Insight</a:t>
                      </a:r>
                    </a:p>
                  </a:txBody>
                  <a:tcPr marL="61417" marR="61417" marT="30708" marB="30708" anchor="ctr">
                    <a:lnL>
                      <a:noFill/>
                    </a:lnL>
                    <a:lnR>
                      <a:noFill/>
                    </a:lnR>
                    <a:lnT>
                      <a:noFill/>
                    </a:lnT>
                    <a:lnB>
                      <a:noFill/>
                    </a:lnB>
                    <a:noFill/>
                  </a:tcPr>
                </a:tc>
                <a:tc>
                  <a:txBody>
                    <a:bodyPr/>
                    <a:lstStyle/>
                    <a:p>
                      <a:pPr algn="ctr">
                        <a:buNone/>
                      </a:pPr>
                      <a:r>
                        <a:rPr lang="en-IN" sz="1400" b="1" i="1">
                          <a:solidFill>
                            <a:schemeClr val="bg1"/>
                          </a:solidFill>
                          <a:latin typeface="Times New Roman" panose="02020603050405020304" pitchFamily="18" charset="0"/>
                          <a:cs typeface="Times New Roman" panose="02020603050405020304" pitchFamily="18" charset="0"/>
                        </a:rPr>
                        <a:t>Visualization Type</a:t>
                      </a:r>
                    </a:p>
                  </a:txBody>
                  <a:tcPr marL="61417" marR="61417" marT="30708" marB="30708" anchor="ctr">
                    <a:lnL>
                      <a:noFill/>
                    </a:lnL>
                    <a:lnR>
                      <a:noFill/>
                    </a:lnR>
                    <a:lnT>
                      <a:noFill/>
                    </a:lnT>
                    <a:lnB>
                      <a:noFill/>
                    </a:lnB>
                    <a:noFill/>
                  </a:tcPr>
                </a:tc>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Purpose</a:t>
                      </a:r>
                    </a:p>
                  </a:txBody>
                  <a:tcPr marL="61417" marR="61417" marT="30708" marB="30708" anchor="ctr">
                    <a:lnL>
                      <a:noFill/>
                    </a:lnL>
                    <a:lnR>
                      <a:noFill/>
                    </a:lnR>
                    <a:lnT>
                      <a:noFill/>
                    </a:lnT>
                    <a:lnB>
                      <a:noFill/>
                    </a:lnB>
                    <a:noFill/>
                  </a:tcPr>
                </a:tc>
                <a:extLst>
                  <a:ext uri="{0D108BD9-81ED-4DB2-BD59-A6C34878D82A}">
                    <a16:rowId xmlns:a16="http://schemas.microsoft.com/office/drawing/2014/main" val="883668290"/>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Attendance Trend</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Line Chart</a:t>
                      </a:r>
                    </a:p>
                  </a:txBody>
                  <a:tcPr marL="61417" marR="61417" marT="30708" marB="30708" anchor="ctr">
                    <a:lnL>
                      <a:noFill/>
                    </a:lnL>
                    <a:lnR>
                      <a:noFill/>
                    </a:lnR>
                    <a:lnT>
                      <a:noFill/>
                    </a:lnT>
                    <a:lnB>
                      <a:noFill/>
                    </a:lnB>
                    <a:noFill/>
                  </a:tcPr>
                </a:tc>
                <a:tc>
                  <a:txBody>
                    <a:bodyPr/>
                    <a:lstStyle/>
                    <a:p>
                      <a:pPr algn="ctr">
                        <a:buNone/>
                      </a:pPr>
                      <a:r>
                        <a:rPr lang="en-GB" sz="1400" b="0" i="1">
                          <a:solidFill>
                            <a:schemeClr val="bg1"/>
                          </a:solidFill>
                          <a:latin typeface="Times New Roman" panose="02020603050405020304" pitchFamily="18" charset="0"/>
                          <a:cs typeface="Times New Roman" panose="02020603050405020304" pitchFamily="18" charset="0"/>
                        </a:rPr>
                        <a:t>To show changes in attendance over time.</a:t>
                      </a:r>
                    </a:p>
                  </a:txBody>
                  <a:tcPr marL="61417" marR="61417" marT="30708" marB="30708" anchor="ctr">
                    <a:lnL>
                      <a:noFill/>
                    </a:lnL>
                    <a:lnR>
                      <a:noFill/>
                    </a:lnR>
                    <a:lnT>
                      <a:noFill/>
                    </a:lnT>
                    <a:lnB>
                      <a:noFill/>
                    </a:lnB>
                    <a:noFill/>
                  </a:tcPr>
                </a:tc>
                <a:extLst>
                  <a:ext uri="{0D108BD9-81ED-4DB2-BD59-A6C34878D82A}">
                    <a16:rowId xmlns:a16="http://schemas.microsoft.com/office/drawing/2014/main" val="2927544483"/>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Attendance Status (Present/Absent)</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Donut Chart / Bar Chart</a:t>
                      </a:r>
                    </a:p>
                  </a:txBody>
                  <a:tcPr marL="61417" marR="61417" marT="30708" marB="30708" anchor="ctr">
                    <a:lnL>
                      <a:noFill/>
                    </a:lnL>
                    <a:lnR>
                      <a:noFill/>
                    </a:lnR>
                    <a:lnT>
                      <a:noFill/>
                    </a:lnT>
                    <a:lnB>
                      <a:noFill/>
                    </a:lnB>
                    <a:noFill/>
                  </a:tcPr>
                </a:tc>
                <a:tc>
                  <a:txBody>
                    <a:bodyPr/>
                    <a:lstStyle/>
                    <a:p>
                      <a:pPr algn="ctr">
                        <a:buNone/>
                      </a:pPr>
                      <a:r>
                        <a:rPr lang="en-GB" sz="1400" b="0" i="1">
                          <a:solidFill>
                            <a:schemeClr val="bg1"/>
                          </a:solidFill>
                          <a:latin typeface="Times New Roman" panose="02020603050405020304" pitchFamily="18" charset="0"/>
                          <a:cs typeface="Times New Roman" panose="02020603050405020304" pitchFamily="18" charset="0"/>
                        </a:rPr>
                        <a:t>To compare participant status across events.</a:t>
                      </a:r>
                    </a:p>
                  </a:txBody>
                  <a:tcPr marL="61417" marR="61417" marT="30708" marB="30708" anchor="ctr">
                    <a:lnL>
                      <a:noFill/>
                    </a:lnL>
                    <a:lnR>
                      <a:noFill/>
                    </a:lnR>
                    <a:lnT>
                      <a:noFill/>
                    </a:lnT>
                    <a:lnB>
                      <a:noFill/>
                    </a:lnB>
                    <a:noFill/>
                  </a:tcPr>
                </a:tc>
                <a:extLst>
                  <a:ext uri="{0D108BD9-81ED-4DB2-BD59-A6C34878D82A}">
                    <a16:rowId xmlns:a16="http://schemas.microsoft.com/office/drawing/2014/main" val="3176827398"/>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Registration vs Attendance</a:t>
                      </a:r>
                    </a:p>
                  </a:txBody>
                  <a:tcPr marL="61417" marR="61417" marT="30708" marB="30708" anchor="ctr">
                    <a:lnL>
                      <a:noFill/>
                    </a:lnL>
                    <a:lnR>
                      <a:noFill/>
                    </a:lnR>
                    <a:lnT>
                      <a:noFill/>
                    </a:lnT>
                    <a:lnB>
                      <a:noFill/>
                    </a:lnB>
                    <a:noFill/>
                  </a:tcPr>
                </a:tc>
                <a:tc>
                  <a:txBody>
                    <a:bodyPr/>
                    <a:lstStyle/>
                    <a:p>
                      <a:pPr algn="ctr">
                        <a:buNone/>
                      </a:pPr>
                      <a:r>
                        <a:rPr lang="en-IN" sz="1400" b="0" i="1" dirty="0">
                          <a:solidFill>
                            <a:schemeClr val="bg1"/>
                          </a:solidFill>
                          <a:latin typeface="Times New Roman" panose="02020603050405020304" pitchFamily="18" charset="0"/>
                          <a:cs typeface="Times New Roman" panose="02020603050405020304" pitchFamily="18" charset="0"/>
                        </a:rPr>
                        <a:t>Column Chart</a:t>
                      </a:r>
                    </a:p>
                  </a:txBody>
                  <a:tcPr marL="61417" marR="61417" marT="30708" marB="30708" anchor="ctr">
                    <a:lnL>
                      <a:noFill/>
                    </a:lnL>
                    <a:lnR>
                      <a:noFill/>
                    </a:lnR>
                    <a:lnT>
                      <a:noFill/>
                    </a:lnT>
                    <a:lnB>
                      <a:noFill/>
                    </a:lnB>
                    <a:noFill/>
                  </a:tcPr>
                </a:tc>
                <a:tc>
                  <a:txBody>
                    <a:bodyPr/>
                    <a:lstStyle/>
                    <a:p>
                      <a:pPr algn="ctr">
                        <a:buNone/>
                      </a:pPr>
                      <a:r>
                        <a:rPr lang="en-GB" sz="1400" b="0" i="1">
                          <a:solidFill>
                            <a:schemeClr val="bg1"/>
                          </a:solidFill>
                          <a:latin typeface="Times New Roman" panose="02020603050405020304" pitchFamily="18" charset="0"/>
                          <a:cs typeface="Times New Roman" panose="02020603050405020304" pitchFamily="18" charset="0"/>
                        </a:rPr>
                        <a:t>To measure turnout efficiency and participation gaps.</a:t>
                      </a:r>
                    </a:p>
                  </a:txBody>
                  <a:tcPr marL="61417" marR="61417" marT="30708" marB="30708" anchor="ctr">
                    <a:lnL>
                      <a:noFill/>
                    </a:lnL>
                    <a:lnR>
                      <a:noFill/>
                    </a:lnR>
                    <a:lnT>
                      <a:noFill/>
                    </a:lnT>
                    <a:lnB>
                      <a:noFill/>
                    </a:lnB>
                    <a:noFill/>
                  </a:tcPr>
                </a:tc>
                <a:extLst>
                  <a:ext uri="{0D108BD9-81ED-4DB2-BD59-A6C34878D82A}">
                    <a16:rowId xmlns:a16="http://schemas.microsoft.com/office/drawing/2014/main" val="357355387"/>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Event Ratings</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Bar Chart / Line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analyse event satisfaction and performance.</a:t>
                      </a:r>
                    </a:p>
                  </a:txBody>
                  <a:tcPr marL="61417" marR="61417" marT="30708" marB="30708" anchor="ctr">
                    <a:lnL>
                      <a:noFill/>
                    </a:lnL>
                    <a:lnR>
                      <a:noFill/>
                    </a:lnR>
                    <a:lnT>
                      <a:noFill/>
                    </a:lnT>
                    <a:lnB>
                      <a:noFill/>
                    </a:lnB>
                    <a:noFill/>
                  </a:tcPr>
                </a:tc>
                <a:extLst>
                  <a:ext uri="{0D108BD9-81ED-4DB2-BD59-A6C34878D82A}">
                    <a16:rowId xmlns:a16="http://schemas.microsoft.com/office/drawing/2014/main" val="3788427913"/>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Capacity Utilisation</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Bar Chart</a:t>
                      </a:r>
                    </a:p>
                  </a:txBody>
                  <a:tcPr marL="61417" marR="61417" marT="30708" marB="30708" anchor="ctr">
                    <a:lnL>
                      <a:noFill/>
                    </a:lnL>
                    <a:lnR>
                      <a:noFill/>
                    </a:lnR>
                    <a:lnT>
                      <a:noFill/>
                    </a:lnT>
                    <a:lnB>
                      <a:noFill/>
                    </a:lnB>
                    <a:noFill/>
                  </a:tcPr>
                </a:tc>
                <a:tc>
                  <a:txBody>
                    <a:bodyPr/>
                    <a:lstStyle/>
                    <a:p>
                      <a:pPr algn="ctr">
                        <a:buNone/>
                      </a:pPr>
                      <a:r>
                        <a:rPr lang="en-GB" sz="1400" b="0" i="1">
                          <a:solidFill>
                            <a:schemeClr val="bg1"/>
                          </a:solidFill>
                          <a:latin typeface="Times New Roman" panose="02020603050405020304" pitchFamily="18" charset="0"/>
                          <a:cs typeface="Times New Roman" panose="02020603050405020304" pitchFamily="18" charset="0"/>
                        </a:rPr>
                        <a:t>To assess how effectively event capacity was used.</a:t>
                      </a:r>
                    </a:p>
                  </a:txBody>
                  <a:tcPr marL="61417" marR="61417" marT="30708" marB="30708" anchor="ctr">
                    <a:lnL>
                      <a:noFill/>
                    </a:lnL>
                    <a:lnR>
                      <a:noFill/>
                    </a:lnR>
                    <a:lnT>
                      <a:noFill/>
                    </a:lnT>
                    <a:lnB>
                      <a:noFill/>
                    </a:lnB>
                    <a:noFill/>
                  </a:tcPr>
                </a:tc>
                <a:extLst>
                  <a:ext uri="{0D108BD9-81ED-4DB2-BD59-A6C34878D82A}">
                    <a16:rowId xmlns:a16="http://schemas.microsoft.com/office/drawing/2014/main" val="1306092490"/>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Feedback Distribution</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Pie Chart / Bar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understand overall participant experience.</a:t>
                      </a:r>
                    </a:p>
                  </a:txBody>
                  <a:tcPr marL="61417" marR="61417" marT="30708" marB="30708" anchor="ctr">
                    <a:lnL>
                      <a:noFill/>
                    </a:lnL>
                    <a:lnR>
                      <a:noFill/>
                    </a:lnR>
                    <a:lnT>
                      <a:noFill/>
                    </a:lnT>
                    <a:lnB>
                      <a:noFill/>
                    </a:lnB>
                    <a:noFill/>
                  </a:tcPr>
                </a:tc>
                <a:extLst>
                  <a:ext uri="{0D108BD9-81ED-4DB2-BD59-A6C34878D82A}">
                    <a16:rowId xmlns:a16="http://schemas.microsoft.com/office/drawing/2014/main" val="2406152827"/>
                  </a:ext>
                </a:extLst>
              </a:tr>
              <a:tr h="204723">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Logistics Cost Analysis</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Line Chart / Column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track cost variations across events.</a:t>
                      </a:r>
                    </a:p>
                  </a:txBody>
                  <a:tcPr marL="61417" marR="61417" marT="30708" marB="30708" anchor="ctr">
                    <a:lnL>
                      <a:noFill/>
                    </a:lnL>
                    <a:lnR>
                      <a:noFill/>
                    </a:lnR>
                    <a:lnT>
                      <a:noFill/>
                    </a:lnT>
                    <a:lnB>
                      <a:noFill/>
                    </a:lnB>
                    <a:noFill/>
                  </a:tcPr>
                </a:tc>
                <a:extLst>
                  <a:ext uri="{0D108BD9-81ED-4DB2-BD59-A6C34878D82A}">
                    <a16:rowId xmlns:a16="http://schemas.microsoft.com/office/drawing/2014/main" val="1553217441"/>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Department Participation</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Bar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compare engagement across departments.</a:t>
                      </a:r>
                    </a:p>
                  </a:txBody>
                  <a:tcPr marL="61417" marR="61417" marT="30708" marB="30708" anchor="ctr">
                    <a:lnL>
                      <a:noFill/>
                    </a:lnL>
                    <a:lnR>
                      <a:noFill/>
                    </a:lnR>
                    <a:lnT>
                      <a:noFill/>
                    </a:lnT>
                    <a:lnB>
                      <a:noFill/>
                    </a:lnB>
                    <a:noFill/>
                  </a:tcPr>
                </a:tc>
                <a:extLst>
                  <a:ext uri="{0D108BD9-81ED-4DB2-BD59-A6C34878D82A}">
                    <a16:rowId xmlns:a16="http://schemas.microsoft.com/office/drawing/2014/main" val="571257787"/>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Event-wise Performance</a:t>
                      </a:r>
                    </a:p>
                  </a:txBody>
                  <a:tcPr marL="61417" marR="61417" marT="30708" marB="30708" anchor="ctr">
                    <a:lnL>
                      <a:noFill/>
                    </a:lnL>
                    <a:lnR>
                      <a:noFill/>
                    </a:lnR>
                    <a:lnT>
                      <a:noFill/>
                    </a:lnT>
                    <a:lnB>
                      <a:noFill/>
                    </a:lnB>
                    <a:noFill/>
                  </a:tcPr>
                </a:tc>
                <a:tc>
                  <a:txBody>
                    <a:bodyPr/>
                    <a:lstStyle/>
                    <a:p>
                      <a:pPr algn="ctr">
                        <a:buNone/>
                      </a:pPr>
                      <a:r>
                        <a:rPr lang="en-IN" sz="1400" b="0" i="1">
                          <a:solidFill>
                            <a:schemeClr val="bg1"/>
                          </a:solidFill>
                          <a:latin typeface="Times New Roman" panose="02020603050405020304" pitchFamily="18" charset="0"/>
                          <a:cs typeface="Times New Roman" panose="02020603050405020304" pitchFamily="18" charset="0"/>
                        </a:rPr>
                        <a:t>Clustered Bar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identify high-performing and low-performing events.</a:t>
                      </a:r>
                    </a:p>
                  </a:txBody>
                  <a:tcPr marL="61417" marR="61417" marT="30708" marB="30708" anchor="ctr">
                    <a:lnL>
                      <a:noFill/>
                    </a:lnL>
                    <a:lnR>
                      <a:noFill/>
                    </a:lnR>
                    <a:lnT>
                      <a:noFill/>
                    </a:lnT>
                    <a:lnB>
                      <a:noFill/>
                    </a:lnB>
                    <a:noFill/>
                  </a:tcPr>
                </a:tc>
                <a:extLst>
                  <a:ext uri="{0D108BD9-81ED-4DB2-BD59-A6C34878D82A}">
                    <a16:rowId xmlns:a16="http://schemas.microsoft.com/office/drawing/2014/main" val="2829322603"/>
                  </a:ext>
                </a:extLst>
              </a:tr>
              <a:tr h="348029">
                <a:tc>
                  <a:txBody>
                    <a:bodyPr/>
                    <a:lstStyle/>
                    <a:p>
                      <a:pPr algn="ctr">
                        <a:buNone/>
                      </a:pPr>
                      <a:r>
                        <a:rPr lang="en-IN" sz="1400" b="1" i="1" dirty="0">
                          <a:solidFill>
                            <a:schemeClr val="bg1"/>
                          </a:solidFill>
                          <a:latin typeface="Times New Roman" panose="02020603050405020304" pitchFamily="18" charset="0"/>
                          <a:cs typeface="Times New Roman" panose="02020603050405020304" pitchFamily="18" charset="0"/>
                        </a:rPr>
                        <a:t>Multi-factor Comparison</a:t>
                      </a:r>
                    </a:p>
                  </a:txBody>
                  <a:tcPr marL="61417" marR="61417" marT="30708" marB="30708" anchor="ctr">
                    <a:lnL>
                      <a:noFill/>
                    </a:lnL>
                    <a:lnR>
                      <a:noFill/>
                    </a:lnR>
                    <a:lnT>
                      <a:noFill/>
                    </a:lnT>
                    <a:lnB>
                      <a:noFill/>
                    </a:lnB>
                    <a:noFill/>
                  </a:tcPr>
                </a:tc>
                <a:tc>
                  <a:txBody>
                    <a:bodyPr/>
                    <a:lstStyle/>
                    <a:p>
                      <a:pPr algn="ctr">
                        <a:buNone/>
                      </a:pPr>
                      <a:r>
                        <a:rPr lang="en-IN" sz="1400" b="0" i="1" dirty="0">
                          <a:solidFill>
                            <a:schemeClr val="bg1"/>
                          </a:solidFill>
                          <a:latin typeface="Times New Roman" panose="02020603050405020304" pitchFamily="18" charset="0"/>
                          <a:cs typeface="Times New Roman" panose="02020603050405020304" pitchFamily="18" charset="0"/>
                        </a:rPr>
                        <a:t>Scatter / Bubble Chart</a:t>
                      </a:r>
                    </a:p>
                  </a:txBody>
                  <a:tcPr marL="61417" marR="61417" marT="30708" marB="30708" anchor="ctr">
                    <a:lnL>
                      <a:noFill/>
                    </a:lnL>
                    <a:lnR>
                      <a:noFill/>
                    </a:lnR>
                    <a:lnT>
                      <a:noFill/>
                    </a:lnT>
                    <a:lnB>
                      <a:noFill/>
                    </a:lnB>
                    <a:noFill/>
                  </a:tcPr>
                </a:tc>
                <a:tc>
                  <a:txBody>
                    <a:bodyPr/>
                    <a:lstStyle/>
                    <a:p>
                      <a:pPr algn="ctr">
                        <a:buNone/>
                      </a:pPr>
                      <a:r>
                        <a:rPr lang="en-GB" sz="1400" b="0" i="1" dirty="0">
                          <a:solidFill>
                            <a:schemeClr val="bg1"/>
                          </a:solidFill>
                          <a:latin typeface="Times New Roman" panose="02020603050405020304" pitchFamily="18" charset="0"/>
                          <a:cs typeface="Times New Roman" panose="02020603050405020304" pitchFamily="18" charset="0"/>
                        </a:rPr>
                        <a:t>To analyse relationships between capacity, cost, and feedback.</a:t>
                      </a:r>
                    </a:p>
                  </a:txBody>
                  <a:tcPr marL="61417" marR="61417" marT="30708" marB="30708" anchor="ctr">
                    <a:lnL>
                      <a:noFill/>
                    </a:lnL>
                    <a:lnR>
                      <a:noFill/>
                    </a:lnR>
                    <a:lnT>
                      <a:noFill/>
                    </a:lnT>
                    <a:lnB>
                      <a:noFill/>
                    </a:lnB>
                    <a:noFill/>
                  </a:tcPr>
                </a:tc>
                <a:extLst>
                  <a:ext uri="{0D108BD9-81ED-4DB2-BD59-A6C34878D82A}">
                    <a16:rowId xmlns:a16="http://schemas.microsoft.com/office/drawing/2014/main" val="23294049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9"/>
          <p:cNvSpPr txBox="1">
            <a:spLocks noGrp="1"/>
          </p:cNvSpPr>
          <p:nvPr>
            <p:ph type="title"/>
          </p:nvPr>
        </p:nvSpPr>
        <p:spPr>
          <a:xfrm>
            <a:off x="817130" y="522879"/>
            <a:ext cx="11439347"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dirty="0">
                <a:latin typeface="Times New Roman"/>
                <a:ea typeface="Times New Roman"/>
                <a:cs typeface="Times New Roman"/>
                <a:sym typeface="Times New Roman"/>
              </a:rPr>
              <a:t>ABOUT YOUR DATA SOURCES &amp; PREPROCESSING</a:t>
            </a:r>
            <a:endParaRPr dirty="0">
              <a:latin typeface="Times New Roman"/>
              <a:ea typeface="Times New Roman"/>
              <a:cs typeface="Times New Roman"/>
              <a:sym typeface="Times New Roman"/>
            </a:endParaRPr>
          </a:p>
        </p:txBody>
      </p:sp>
      <p:sp>
        <p:nvSpPr>
          <p:cNvPr id="383" name="Google Shape;383;p9"/>
          <p:cNvSpPr txBox="1">
            <a:spLocks noGrp="1"/>
          </p:cNvSpPr>
          <p:nvPr>
            <p:ph type="body" idx="1"/>
          </p:nvPr>
        </p:nvSpPr>
        <p:spPr>
          <a:xfrm>
            <a:off x="1291779" y="2001449"/>
            <a:ext cx="9905999" cy="3541714"/>
          </a:xfrm>
          <a:prstGeom prst="rect">
            <a:avLst/>
          </a:prstGeom>
          <a:noFill/>
          <a:ln>
            <a:noFill/>
          </a:ln>
        </p:spPr>
        <p:txBody>
          <a:bodyPr spcFirstLastPara="1" wrap="square" lIns="91425" tIns="45700" rIns="91425" bIns="45700" anchor="t" anchorCtr="0">
            <a:normAutofit fontScale="77500" lnSpcReduction="20000"/>
          </a:bodyPr>
          <a:lstStyle/>
          <a:p>
            <a:pPr marL="228600" indent="-38100" algn="just">
              <a:lnSpc>
                <a:spcPct val="150000"/>
              </a:lnSpc>
              <a:buSzPts val="3000"/>
              <a:buNone/>
            </a:pPr>
            <a:r>
              <a:rPr lang="en-GB" dirty="0">
                <a:latin typeface="Times New Roman" panose="02020603050405020304" pitchFamily="18" charset="0"/>
                <a:cs typeface="Times New Roman" panose="02020603050405020304" pitchFamily="18" charset="0"/>
              </a:rPr>
              <a:t>		The data for the Event Attendance Dashboard is gathered from multiple organisational systems to ensure a complete and accurate view of event performance. Key sources include event metadata records containing event names, dates, venues, and capacity details; registration datasets capturing participant sign-ups and confirmation status; attendance logs that track check-in and check-out times; and feedback submissions that record attendee ratings and comments. Additional inputs such as logistics information vendor details, setup costs, and resource usage further enrich the dataset. Together, these sources provide a comprehensive foundation for analysing participation patterns, event effectiveness, and operational efficiency.</a:t>
            </a:r>
            <a:endParaRPr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10"/>
          <p:cNvSpPr txBox="1">
            <a:spLocks noGrp="1"/>
          </p:cNvSpPr>
          <p:nvPr>
            <p:ph type="title"/>
          </p:nvPr>
        </p:nvSpPr>
        <p:spPr>
          <a:xfrm>
            <a:off x="1244050" y="151903"/>
            <a:ext cx="9906000" cy="1478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dirty="0">
                <a:latin typeface="Times New Roman"/>
                <a:ea typeface="Times New Roman"/>
                <a:cs typeface="Times New Roman"/>
                <a:sym typeface="Times New Roman"/>
              </a:rPr>
              <a:t>                                 CONT.,</a:t>
            </a:r>
            <a:endParaRPr dirty="0"/>
          </a:p>
        </p:txBody>
      </p:sp>
      <p:sp>
        <p:nvSpPr>
          <p:cNvPr id="389" name="Google Shape;389;p10"/>
          <p:cNvSpPr txBox="1">
            <a:spLocks noGrp="1"/>
          </p:cNvSpPr>
          <p:nvPr>
            <p:ph type="body" idx="1"/>
          </p:nvPr>
        </p:nvSpPr>
        <p:spPr>
          <a:xfrm>
            <a:off x="1143000" y="1325730"/>
            <a:ext cx="9906000" cy="35418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lt1"/>
              </a:buClr>
              <a:buSzPts val="2750"/>
              <a:buNone/>
            </a:pPr>
            <a:r>
              <a:rPr lang="en-US" sz="2200" b="1" dirty="0">
                <a:latin typeface="Times New Roman"/>
                <a:ea typeface="Times New Roman"/>
                <a:cs typeface="Times New Roman"/>
                <a:sym typeface="Times New Roman"/>
              </a:rPr>
              <a:t>DATA CLEANING &amp; PREPROCESSING:</a:t>
            </a:r>
            <a:endParaRPr lang="en-US" sz="2200" dirty="0">
              <a:latin typeface="Times New Roman"/>
              <a:ea typeface="Times New Roman"/>
              <a:cs typeface="Times New Roman"/>
              <a:sym typeface="Times New Roman"/>
            </a:endParaRPr>
          </a:p>
          <a:p>
            <a:pPr marL="0" lvl="0" indent="0" algn="just">
              <a:buSzPts val="2750"/>
              <a:buNone/>
            </a:pPr>
            <a:r>
              <a:rPr lang="en-GB" sz="2000" dirty="0">
                <a:latin typeface="Times New Roman" panose="02020603050405020304" pitchFamily="18" charset="0"/>
                <a:cs typeface="Times New Roman" panose="02020603050405020304" pitchFamily="18" charset="0"/>
              </a:rPr>
              <a:t>	The data cleaning and preprocessing phase ensures that all event-related information is accurate, consistent, and ready for analysis. This process begins with removing duplicate entries, correcting inconsistencies, and filling or eliminating missing values to maintain dataset reliability. Date and time fields are standardized to a uniform format, and categorical values such as attendance status, event types, and departments are normalized for consistency. During preprocessing, key features such as check-in time patterns, event capacity usage, and feedback indicators are extracted to enhance analytical depth. Data from multiple CSV files or database sources is integrated into a single structured dataset, and aggregated as needed across events, dates, and departments. Normalization techniques are applied to ensure smooth scaling and accurate visual comparisons across all dashboard charts and metrics.</a:t>
            </a:r>
            <a:endParaRPr sz="22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11"/>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                        EXISTING SYSTEM</a:t>
            </a:r>
            <a:endParaRPr/>
          </a:p>
        </p:txBody>
      </p:sp>
      <p:pic>
        <p:nvPicPr>
          <p:cNvPr id="395" name="Google Shape;395;p11"/>
          <p:cNvPicPr preferRelativeResize="0">
            <a:picLocks noGrp="1"/>
          </p:cNvPicPr>
          <p:nvPr>
            <p:ph type="body" idx="1"/>
          </p:nvPr>
        </p:nvPicPr>
        <p:blipFill>
          <a:blip r:embed="rId3"/>
          <a:srcRect/>
          <a:stretch/>
        </p:blipFill>
        <p:spPr>
          <a:xfrm>
            <a:off x="2228092" y="1842629"/>
            <a:ext cx="7735816" cy="43968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12"/>
          <p:cNvSpPr txBox="1">
            <a:spLocks noGrp="1"/>
          </p:cNvSpPr>
          <p:nvPr>
            <p:ph type="title"/>
          </p:nvPr>
        </p:nvSpPr>
        <p:spPr>
          <a:xfrm>
            <a:off x="1352428" y="166122"/>
            <a:ext cx="9905998" cy="147857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Times New Roman"/>
              <a:buNone/>
            </a:pPr>
            <a:r>
              <a:rPr lang="en-US" dirty="0">
                <a:latin typeface="Times New Roman"/>
                <a:ea typeface="Times New Roman"/>
                <a:cs typeface="Times New Roman"/>
                <a:sym typeface="Times New Roman"/>
              </a:rPr>
              <a:t>  DASHBOARD IMPLEMENTATION</a:t>
            </a:r>
            <a:endParaRPr dirty="0"/>
          </a:p>
        </p:txBody>
      </p:sp>
      <p:pic>
        <p:nvPicPr>
          <p:cNvPr id="401" name="Google Shape;401;p12"/>
          <p:cNvPicPr preferRelativeResize="0">
            <a:picLocks noGrp="1"/>
          </p:cNvPicPr>
          <p:nvPr>
            <p:ph type="body" idx="1"/>
          </p:nvPr>
        </p:nvPicPr>
        <p:blipFill>
          <a:blip r:embed="rId3"/>
          <a:srcRect/>
          <a:stretch/>
        </p:blipFill>
        <p:spPr>
          <a:xfrm>
            <a:off x="1731521" y="1644692"/>
            <a:ext cx="8725782" cy="46683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15"/>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Twentieth Century"/>
              <a:buNone/>
            </a:pPr>
            <a:r>
              <a:rPr lang="en-US"/>
              <a:t>TOOLS AND TECHNOLOGY</a:t>
            </a:r>
            <a:endParaRPr/>
          </a:p>
        </p:txBody>
      </p:sp>
      <p:graphicFrame>
        <p:nvGraphicFramePr>
          <p:cNvPr id="421" name="Google Shape;421;p15"/>
          <p:cNvGraphicFramePr/>
          <p:nvPr/>
        </p:nvGraphicFramePr>
        <p:xfrm>
          <a:off x="1950098" y="2258008"/>
          <a:ext cx="8537500" cy="3015250"/>
        </p:xfrm>
        <a:graphic>
          <a:graphicData uri="http://schemas.openxmlformats.org/drawingml/2006/table">
            <a:tbl>
              <a:tblPr firstRow="1" firstCol="1" bandRow="1">
                <a:noFill/>
                <a:tableStyleId>{072738F9-FE69-4A4A-92DF-1E91E7B3C4F2}</a:tableStyleId>
              </a:tblPr>
              <a:tblGrid>
                <a:gridCol w="4268750">
                  <a:extLst>
                    <a:ext uri="{9D8B030D-6E8A-4147-A177-3AD203B41FA5}">
                      <a16:colId xmlns:a16="http://schemas.microsoft.com/office/drawing/2014/main" val="20000"/>
                    </a:ext>
                  </a:extLst>
                </a:gridCol>
                <a:gridCol w="4268750">
                  <a:extLst>
                    <a:ext uri="{9D8B030D-6E8A-4147-A177-3AD203B41FA5}">
                      <a16:colId xmlns:a16="http://schemas.microsoft.com/office/drawing/2014/main" val="20001"/>
                    </a:ext>
                  </a:extLst>
                </a:gridCol>
              </a:tblGrid>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dirty="0"/>
                        <a:t>Category</a:t>
                      </a:r>
                      <a:endParaRPr sz="1100" u="none" strike="noStrike" cap="none" dirty="0">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Technology / Tool</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Frontend</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HTML, CSS, JavaScript, React.js</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Backend</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Node.js, Express.js</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Database</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dirty="0"/>
                        <a:t>MongoDB</a:t>
                      </a:r>
                      <a:endParaRPr sz="1100" u="none" strike="noStrike" cap="none" dirty="0">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46462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Data Visualization</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Power BI / IBM Cognos / Tableau</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Hosting Platform</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IBM Cloud or Local Server</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5"/>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Development Tools</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Visual Studio Code, GitHub</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6"/>
                  </a:ext>
                </a:extLst>
              </a:tr>
              <a:tr h="364375">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a:t>Languages Used</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50000"/>
                        </a:lnSpc>
                        <a:spcBef>
                          <a:spcPts val="0"/>
                        </a:spcBef>
                        <a:spcAft>
                          <a:spcPts val="0"/>
                        </a:spcAft>
                        <a:buClr>
                          <a:schemeClr val="lt1"/>
                        </a:buClr>
                        <a:buSzPts val="1400"/>
                        <a:buFont typeface="Twentieth Century"/>
                        <a:buNone/>
                      </a:pPr>
                      <a:r>
                        <a:rPr lang="en-US" sz="1400" u="none" strike="noStrike" cap="none" dirty="0"/>
                        <a:t>JavaScript, SQL</a:t>
                      </a:r>
                      <a:endParaRPr sz="1100" u="none" strike="noStrike" cap="none" dirty="0">
                        <a:latin typeface="Calibri"/>
                        <a:ea typeface="Calibri"/>
                        <a:cs typeface="Calibri"/>
                        <a:sym typeface="Calibri"/>
                      </a:endParaRPr>
                    </a:p>
                  </a:txBody>
                  <a:tcPr marL="68575" marR="68575" marT="0" marB="0"/>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7" name="Google Shape;427;p16"/>
          <p:cNvSpPr txBox="1">
            <a:spLocks noGrp="1"/>
          </p:cNvSpPr>
          <p:nvPr>
            <p:ph type="body" idx="1"/>
          </p:nvPr>
        </p:nvSpPr>
        <p:spPr>
          <a:xfrm>
            <a:off x="1376863" y="310991"/>
            <a:ext cx="6351576" cy="2862282"/>
          </a:xfrm>
          <a:prstGeom prst="rect">
            <a:avLst/>
          </a:prstGeom>
          <a:noFill/>
          <a:ln>
            <a:noFill/>
          </a:ln>
        </p:spPr>
        <p:txBody>
          <a:bodyPr spcFirstLastPara="1" wrap="square" lIns="91425" tIns="45700" rIns="91425" bIns="45700" anchor="ctr" anchorCtr="0">
            <a:spAutoFit/>
          </a:bodyPr>
          <a:lstStyle/>
          <a:p>
            <a:pPr marL="0" indent="0">
              <a:lnSpc>
                <a:spcPct val="150000"/>
              </a:lnSpc>
              <a:spcBef>
                <a:spcPts val="0"/>
              </a:spcBef>
              <a:buSzPts val="2000"/>
              <a:buNone/>
            </a:pPr>
            <a:r>
              <a:rPr lang="en-US" sz="2000" dirty="0">
                <a:latin typeface="Times New Roman"/>
                <a:ea typeface="Times New Roman"/>
                <a:cs typeface="Times New Roman"/>
                <a:sym typeface="Times New Roman"/>
              </a:rPr>
              <a:t> ADVANTAGES :</a:t>
            </a:r>
            <a:endParaRPr lang="en-GB" sz="2000" dirty="0">
              <a:latin typeface="Times New Roman" panose="02020603050405020304" pitchFamily="18" charset="0"/>
              <a:cs typeface="Times New Roman" panose="02020603050405020304" pitchFamily="18" charset="0"/>
            </a:endParaRPr>
          </a:p>
          <a:p>
            <a:pPr marL="342900" indent="-342900">
              <a:lnSpc>
                <a:spcPct val="150000"/>
              </a:lnSpc>
              <a:spcBef>
                <a:spcPts val="0"/>
              </a:spcBef>
              <a:buSzPts val="2000"/>
            </a:pPr>
            <a:r>
              <a:rPr lang="en-GB" sz="2000" dirty="0">
                <a:latin typeface="Times New Roman" panose="02020603050405020304" pitchFamily="18" charset="0"/>
                <a:cs typeface="Times New Roman" panose="02020603050405020304" pitchFamily="18" charset="0"/>
              </a:rPr>
              <a:t>Centralizes all event-related data in one system.</a:t>
            </a:r>
          </a:p>
          <a:p>
            <a:pPr marL="342900" indent="-342900">
              <a:lnSpc>
                <a:spcPct val="150000"/>
              </a:lnSpc>
              <a:spcBef>
                <a:spcPts val="0"/>
              </a:spcBef>
              <a:buSzPts val="2000"/>
            </a:pPr>
            <a:r>
              <a:rPr lang="en-GB" sz="2000" dirty="0">
                <a:latin typeface="Times New Roman" panose="02020603050405020304" pitchFamily="18" charset="0"/>
                <a:cs typeface="Times New Roman" panose="02020603050405020304" pitchFamily="18" charset="0"/>
              </a:rPr>
              <a:t>Provides real-time attendance and engagement insights.</a:t>
            </a:r>
          </a:p>
          <a:p>
            <a:pPr marL="342900" indent="-342900">
              <a:lnSpc>
                <a:spcPct val="150000"/>
              </a:lnSpc>
              <a:spcBef>
                <a:spcPts val="0"/>
              </a:spcBef>
              <a:buSzPts val="2000"/>
            </a:pPr>
            <a:r>
              <a:rPr lang="en-GB" sz="2000" dirty="0">
                <a:latin typeface="Times New Roman" panose="02020603050405020304" pitchFamily="18" charset="0"/>
                <a:cs typeface="Times New Roman" panose="02020603050405020304" pitchFamily="18" charset="0"/>
              </a:rPr>
              <a:t>Improves planning accuracy and resource allocation.</a:t>
            </a:r>
          </a:p>
          <a:p>
            <a:pPr marL="342900" indent="-342900">
              <a:lnSpc>
                <a:spcPct val="150000"/>
              </a:lnSpc>
              <a:spcBef>
                <a:spcPts val="0"/>
              </a:spcBef>
              <a:buSzPts val="2000"/>
            </a:pPr>
            <a:r>
              <a:rPr lang="en-GB" sz="2000" dirty="0">
                <a:latin typeface="Times New Roman" panose="02020603050405020304" pitchFamily="18" charset="0"/>
                <a:cs typeface="Times New Roman" panose="02020603050405020304" pitchFamily="18" charset="0"/>
              </a:rPr>
              <a:t>Offers clear visualizations for easy analysis.</a:t>
            </a:r>
          </a:p>
          <a:p>
            <a:pPr marL="342900" indent="-342900">
              <a:lnSpc>
                <a:spcPct val="150000"/>
              </a:lnSpc>
              <a:spcBef>
                <a:spcPts val="0"/>
              </a:spcBef>
              <a:buSzPts val="2000"/>
            </a:pPr>
            <a:r>
              <a:rPr lang="en-GB" sz="2000" dirty="0">
                <a:latin typeface="Times New Roman" panose="02020603050405020304" pitchFamily="18" charset="0"/>
                <a:cs typeface="Times New Roman" panose="02020603050405020304" pitchFamily="18" charset="0"/>
              </a:rPr>
              <a:t>Reduces manual errors and speeds up decision-making.</a:t>
            </a:r>
            <a:endParaRPr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6400F8D-81E4-BAAC-69D4-B79678A1CFCC}"/>
              </a:ext>
            </a:extLst>
          </p:cNvPr>
          <p:cNvSpPr txBox="1"/>
          <p:nvPr/>
        </p:nvSpPr>
        <p:spPr>
          <a:xfrm>
            <a:off x="4552651" y="3560885"/>
            <a:ext cx="7225079" cy="2806987"/>
          </a:xfrm>
          <a:prstGeom prst="rect">
            <a:avLst/>
          </a:prstGeom>
          <a:noFill/>
        </p:spPr>
        <p:txBody>
          <a:bodyPr wrap="square">
            <a:spAutoFit/>
          </a:bodyPr>
          <a:lstStyle/>
          <a:p>
            <a:pPr>
              <a:lnSpc>
                <a:spcPct val="150000"/>
              </a:lnSpc>
              <a:buNone/>
            </a:pPr>
            <a:r>
              <a:rPr lang="en-GB" sz="2000" b="1" dirty="0">
                <a:solidFill>
                  <a:schemeClr val="bg1"/>
                </a:solidFill>
                <a:latin typeface="Times New Roman" panose="02020603050405020304" pitchFamily="18" charset="0"/>
                <a:cs typeface="Times New Roman" panose="02020603050405020304" pitchFamily="18" charset="0"/>
              </a:rPr>
              <a:t>DISADVANTAGES</a:t>
            </a:r>
          </a:p>
          <a:p>
            <a:pPr>
              <a:lnSpc>
                <a:spcPct val="150000"/>
              </a:lnSpc>
              <a:buNone/>
            </a:pPr>
            <a:r>
              <a:rPr lang="en-GB" sz="2000" dirty="0">
                <a:solidFill>
                  <a:schemeClr val="bg1"/>
                </a:solidFill>
                <a:latin typeface="Times New Roman" panose="02020603050405020304" pitchFamily="18" charset="0"/>
                <a:cs typeface="Times New Roman" panose="02020603050405020304" pitchFamily="18" charset="0"/>
              </a:rPr>
              <a:t>•   Requires accurate data input to ensure reliability.</a:t>
            </a:r>
            <a:br>
              <a:rPr lang="en-GB" sz="2000" dirty="0">
                <a:solidFill>
                  <a:schemeClr val="bg1"/>
                </a:solidFill>
                <a:latin typeface="Times New Roman" panose="02020603050405020304" pitchFamily="18" charset="0"/>
                <a:cs typeface="Times New Roman" panose="02020603050405020304" pitchFamily="18" charset="0"/>
              </a:rPr>
            </a:br>
            <a:r>
              <a:rPr lang="en-GB" sz="2000" dirty="0">
                <a:solidFill>
                  <a:schemeClr val="bg1"/>
                </a:solidFill>
                <a:latin typeface="Times New Roman" panose="02020603050405020304" pitchFamily="18" charset="0"/>
                <a:cs typeface="Times New Roman" panose="02020603050405020304" pitchFamily="18" charset="0"/>
              </a:rPr>
              <a:t>•   Needs basic BI tool knowledge for effective use.</a:t>
            </a:r>
            <a:br>
              <a:rPr lang="en-GB" sz="2000" dirty="0">
                <a:solidFill>
                  <a:schemeClr val="bg1"/>
                </a:solidFill>
                <a:latin typeface="Times New Roman" panose="02020603050405020304" pitchFamily="18" charset="0"/>
                <a:cs typeface="Times New Roman" panose="02020603050405020304" pitchFamily="18" charset="0"/>
              </a:rPr>
            </a:br>
            <a:r>
              <a:rPr lang="en-GB" sz="2000" dirty="0">
                <a:solidFill>
                  <a:schemeClr val="bg1"/>
                </a:solidFill>
                <a:latin typeface="Times New Roman" panose="02020603050405020304" pitchFamily="18" charset="0"/>
                <a:cs typeface="Times New Roman" panose="02020603050405020304" pitchFamily="18" charset="0"/>
              </a:rPr>
              <a:t>•   Initial data preparation can be time-consuming.</a:t>
            </a:r>
            <a:br>
              <a:rPr lang="en-GB" sz="2000" dirty="0">
                <a:solidFill>
                  <a:schemeClr val="bg1"/>
                </a:solidFill>
                <a:latin typeface="Times New Roman" panose="02020603050405020304" pitchFamily="18" charset="0"/>
                <a:cs typeface="Times New Roman" panose="02020603050405020304" pitchFamily="18" charset="0"/>
              </a:rPr>
            </a:br>
            <a:r>
              <a:rPr lang="en-GB" sz="2000" dirty="0">
                <a:solidFill>
                  <a:schemeClr val="bg1"/>
                </a:solidFill>
                <a:latin typeface="Times New Roman" panose="02020603050405020304" pitchFamily="18" charset="0"/>
                <a:cs typeface="Times New Roman" panose="02020603050405020304" pitchFamily="18" charset="0"/>
              </a:rPr>
              <a:t>•   Dependent on tool limitations for large datasets.</a:t>
            </a:r>
            <a:br>
              <a:rPr lang="en-GB" sz="2000" dirty="0">
                <a:solidFill>
                  <a:schemeClr val="bg1"/>
                </a:solidFill>
                <a:latin typeface="Times New Roman" panose="02020603050405020304" pitchFamily="18" charset="0"/>
                <a:cs typeface="Times New Roman" panose="02020603050405020304" pitchFamily="18" charset="0"/>
              </a:rPr>
            </a:br>
            <a:r>
              <a:rPr lang="en-GB" sz="2000" dirty="0">
                <a:solidFill>
                  <a:schemeClr val="bg1"/>
                </a:solidFill>
                <a:latin typeface="Times New Roman" panose="02020603050405020304" pitchFamily="18" charset="0"/>
                <a:cs typeface="Times New Roman" panose="02020603050405020304" pitchFamily="18" charset="0"/>
              </a:rPr>
              <a:t>•   Real-time tracking may still need additional technologies.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17"/>
          <p:cNvSpPr txBox="1">
            <a:spLocks noGrp="1"/>
          </p:cNvSpPr>
          <p:nvPr>
            <p:ph type="title"/>
          </p:nvPr>
        </p:nvSpPr>
        <p:spPr>
          <a:xfrm>
            <a:off x="1143001" y="45989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                     WORKFLOW CHART</a:t>
            </a:r>
            <a:endParaRPr/>
          </a:p>
        </p:txBody>
      </p:sp>
      <p:pic>
        <p:nvPicPr>
          <p:cNvPr id="434" name="Google Shape;434;p17"/>
          <p:cNvPicPr preferRelativeResize="0">
            <a:picLocks noGrp="1"/>
          </p:cNvPicPr>
          <p:nvPr>
            <p:ph type="body" idx="1"/>
          </p:nvPr>
        </p:nvPicPr>
        <p:blipFill rotWithShape="1">
          <a:blip r:embed="rId3">
            <a:alphaModFix/>
          </a:blip>
          <a:srcRect/>
          <a:stretch/>
        </p:blipFill>
        <p:spPr>
          <a:xfrm>
            <a:off x="3872204" y="1695997"/>
            <a:ext cx="3519809" cy="470210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8"/>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                           CONCLUSION</a:t>
            </a:r>
            <a:endParaRPr/>
          </a:p>
        </p:txBody>
      </p:sp>
      <p:sp>
        <p:nvSpPr>
          <p:cNvPr id="440" name="Google Shape;440;p18"/>
          <p:cNvSpPr txBox="1">
            <a:spLocks noGrp="1"/>
          </p:cNvSpPr>
          <p:nvPr>
            <p:ph type="body" idx="1"/>
          </p:nvPr>
        </p:nvSpPr>
        <p:spPr>
          <a:xfrm>
            <a:off x="1141412" y="2249487"/>
            <a:ext cx="9905999" cy="3541714"/>
          </a:xfrm>
          <a:prstGeom prst="rect">
            <a:avLst/>
          </a:prstGeom>
          <a:noFill/>
          <a:ln>
            <a:noFill/>
          </a:ln>
        </p:spPr>
        <p:txBody>
          <a:bodyPr spcFirstLastPara="1" wrap="square" lIns="91425" tIns="45700" rIns="91425" bIns="45700" anchor="t" anchorCtr="0">
            <a:normAutofit/>
          </a:bodyPr>
          <a:lstStyle/>
          <a:p>
            <a:pPr marL="457200" lvl="1" indent="0" algn="just">
              <a:lnSpc>
                <a:spcPct val="150000"/>
              </a:lnSpc>
              <a:spcBef>
                <a:spcPts val="0"/>
              </a:spcBef>
              <a:buSzPts val="2750"/>
              <a:buNone/>
            </a:pPr>
            <a:r>
              <a:rPr lang="en-US" dirty="0">
                <a:latin typeface="Times New Roman" panose="02020603050405020304" pitchFamily="18" charset="0"/>
                <a:ea typeface="Times New Roman"/>
                <a:cs typeface="Times New Roman" panose="02020603050405020304" pitchFamily="18" charset="0"/>
                <a:sym typeface="Times New Roman"/>
              </a:rPr>
              <a:t>	</a:t>
            </a:r>
            <a:r>
              <a:rPr lang="en-GB" dirty="0">
                <a:latin typeface="Times New Roman" panose="02020603050405020304" pitchFamily="18" charset="0"/>
                <a:cs typeface="Times New Roman" panose="02020603050405020304" pitchFamily="18" charset="0"/>
              </a:rPr>
              <a:t>The Event Attendance Dashboard provides a streamlined, data-driven solution for tracking and analysing event performance within an organisation. By centralising attendance records, registrations, feedback, and logistics information, the system improves visibility, accuracy, and decision-making. Its visual insights help teams understand participation trends, optimise event planning, and enhance overall engagement. Ultimately, the dashboard supports efficient event management and contributes to a more organised, transparent, and informed decision-making process.</a:t>
            </a:r>
            <a:endParaRPr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19"/>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Times New Roman"/>
              <a:buNone/>
            </a:pPr>
            <a:r>
              <a:rPr lang="en-US">
                <a:latin typeface="Times New Roman"/>
                <a:ea typeface="Times New Roman"/>
                <a:cs typeface="Times New Roman"/>
                <a:sym typeface="Times New Roman"/>
              </a:rPr>
              <a:t>FUTURE ENHANCEMENTS</a:t>
            </a:r>
            <a:endParaRPr/>
          </a:p>
        </p:txBody>
      </p:sp>
      <p:sp>
        <p:nvSpPr>
          <p:cNvPr id="446" name="Google Shape;446;p19"/>
          <p:cNvSpPr txBox="1">
            <a:spLocks noGrp="1"/>
          </p:cNvSpPr>
          <p:nvPr>
            <p:ph type="body" idx="1"/>
          </p:nvPr>
        </p:nvSpPr>
        <p:spPr>
          <a:xfrm>
            <a:off x="1482052" y="2097088"/>
            <a:ext cx="9224719" cy="3541714"/>
          </a:xfrm>
          <a:prstGeom prst="rect">
            <a:avLst/>
          </a:prstGeom>
          <a:noFill/>
          <a:ln>
            <a:noFill/>
          </a:ln>
        </p:spPr>
        <p:txBody>
          <a:bodyPr spcFirstLastPara="1" wrap="square" lIns="91425" tIns="45700" rIns="91425" bIns="45700" anchor="t" anchorCtr="0">
            <a:normAutofit lnSpcReduction="10000"/>
          </a:bodyPr>
          <a:lstStyle/>
          <a:p>
            <a:pPr marL="0" lvl="0" indent="0" algn="just">
              <a:lnSpc>
                <a:spcPct val="150000"/>
              </a:lnSpc>
              <a:spcBef>
                <a:spcPts val="0"/>
              </a:spcBef>
              <a:buSzPts val="3000"/>
              <a:buNone/>
            </a:pPr>
            <a:r>
              <a:rPr lang="en-GB" sz="2000" dirty="0">
                <a:latin typeface="Times New Roman" panose="02020603050405020304" pitchFamily="18" charset="0"/>
                <a:cs typeface="Times New Roman" panose="02020603050405020304" pitchFamily="18" charset="0"/>
              </a:rPr>
              <a:t>	Future improvements to the Event Attendance Dashboard may include integrating real-time check-in technologies such as QR codes, RFID, or biometric systems for more accurate attendance tracking. AI-based analytics can be added to predict engagement trends and recommend optimal event timings or content. Automated sentiment analysis on feedback comments can offer deeper insights into participant experience. Cloud-based storage can enhance scalability, while mobile app integration can provide on-the-go event insights. These enhancements would make the system more intelligent, efficient, and user-friendly.</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20"/>
          <p:cNvSpPr txBox="1">
            <a:spLocks noGrp="1"/>
          </p:cNvSpPr>
          <p:nvPr>
            <p:ph type="title"/>
          </p:nvPr>
        </p:nvSpPr>
        <p:spPr>
          <a:xfrm>
            <a:off x="1225389" y="1635555"/>
            <a:ext cx="9905998" cy="147857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Twentieth Century"/>
              <a:buNone/>
            </a:pPr>
            <a:r>
              <a:rPr lang="en-US" dirty="0">
                <a:latin typeface="Times New Roman" panose="02020603050405020304" pitchFamily="18" charset="0"/>
                <a:cs typeface="Times New Roman" panose="02020603050405020304" pitchFamily="18" charset="0"/>
              </a:rPr>
              <a:t>GITHUB LINK</a:t>
            </a:r>
            <a:endParaRPr dirty="0">
              <a:latin typeface="Times New Roman" panose="02020603050405020304" pitchFamily="18" charset="0"/>
              <a:cs typeface="Times New Roman" panose="02020603050405020304" pitchFamily="18" charset="0"/>
            </a:endParaRPr>
          </a:p>
        </p:txBody>
      </p:sp>
      <p:sp>
        <p:nvSpPr>
          <p:cNvPr id="452" name="Google Shape;452;p20"/>
          <p:cNvSpPr txBox="1">
            <a:spLocks noGrp="1"/>
          </p:cNvSpPr>
          <p:nvPr>
            <p:ph type="body" idx="1"/>
          </p:nvPr>
        </p:nvSpPr>
        <p:spPr>
          <a:xfrm>
            <a:off x="2210485" y="3034932"/>
            <a:ext cx="8437000" cy="490783"/>
          </a:xfrm>
          <a:prstGeom prst="rect">
            <a:avLst/>
          </a:prstGeom>
          <a:noFill/>
          <a:ln>
            <a:noFill/>
          </a:ln>
        </p:spPr>
        <p:txBody>
          <a:bodyPr spcFirstLastPara="1" wrap="square" lIns="91425" tIns="45700" rIns="91425" bIns="45700" anchor="t" anchorCtr="0">
            <a:noAutofit/>
          </a:bodyPr>
          <a:lstStyle/>
          <a:p>
            <a:pPr marL="0" lvl="0" indent="0" algn="ctr" rtl="0">
              <a:lnSpc>
                <a:spcPct val="120000"/>
              </a:lnSpc>
              <a:spcBef>
                <a:spcPts val="0"/>
              </a:spcBef>
              <a:spcAft>
                <a:spcPts val="0"/>
              </a:spcAft>
              <a:buClr>
                <a:schemeClr val="lt1"/>
              </a:buClr>
              <a:buSzPts val="3000"/>
              <a:buNone/>
            </a:pPr>
            <a:r>
              <a:rPr lang="en-US" sz="3000" b="1" dirty="0">
                <a:hlinkClick r:id="rId3"/>
              </a:rPr>
              <a:t>https://github.com/jayathansenthilkumar/Veo</a:t>
            </a:r>
            <a:endParaRPr sz="3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pic>
        <p:nvPicPr>
          <p:cNvPr id="458" name="Google Shape;458;p21" descr="Circuit"/>
          <p:cNvPicPr preferRelativeResize="0">
            <a:picLocks noGrp="1"/>
          </p:cNvPicPr>
          <p:nvPr>
            <p:ph type="pic" idx="2"/>
          </p:nvPr>
        </p:nvPicPr>
        <p:blipFill rotWithShape="1">
          <a:blip r:embed="rId3">
            <a:alphaModFix/>
          </a:blip>
          <a:srcRect/>
          <a:stretch/>
        </p:blipFill>
        <p:spPr>
          <a:xfrm>
            <a:off x="1139823" y="1380565"/>
            <a:ext cx="9912354" cy="3299778"/>
          </a:xfrm>
          <a:prstGeom prst="round2DiagRect">
            <a:avLst>
              <a:gd name="adj1" fmla="val 4860"/>
              <a:gd name="adj2" fmla="val 0"/>
            </a:avLst>
          </a:prstGeom>
          <a:noFill/>
          <a:ln w="19050" cap="sq" cmpd="sng">
            <a:solidFill>
              <a:srgbClr val="B0BFC7">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pic>
      <p:sp>
        <p:nvSpPr>
          <p:cNvPr id="459" name="Google Shape;459;p21"/>
          <p:cNvSpPr txBox="1">
            <a:spLocks noGrp="1"/>
          </p:cNvSpPr>
          <p:nvPr>
            <p:ph type="title"/>
          </p:nvPr>
        </p:nvSpPr>
        <p:spPr>
          <a:xfrm>
            <a:off x="3610929" y="2340858"/>
            <a:ext cx="5122523" cy="85021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6000"/>
              <a:buFont typeface="Times New Roman"/>
              <a:buNone/>
            </a:pPr>
            <a:r>
              <a:rPr lang="en-US" sz="6000" b="1">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name="Circuit">
  <a:themeElements>
    <a:clrScheme name="Circuit">
      <a:dk1>
        <a:srgbClr val="000000"/>
      </a:dk1>
      <a:lt1>
        <a:srgbClr val="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1305</Words>
  <Application>Microsoft Office PowerPoint</Application>
  <PresentationFormat>Widescreen</PresentationFormat>
  <Paragraphs>101</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Twentieth Century</vt:lpstr>
      <vt:lpstr>Circuit</vt:lpstr>
      <vt:lpstr>DATA ANALYTICS AND BUSINESS INTELLIGENCE</vt:lpstr>
      <vt:lpstr>     ABSTRACT</vt:lpstr>
      <vt:lpstr>                          INTRODUCTION</vt:lpstr>
      <vt:lpstr>                   PROBLEM STATEMENT</vt:lpstr>
      <vt:lpstr>OBJECTIVE</vt:lpstr>
      <vt:lpstr>DATASET OVERVIEW</vt:lpstr>
      <vt:lpstr>                           KEY INSIGHTS</vt:lpstr>
      <vt:lpstr>ABOUT YOUR DATA SOURCES &amp; PREPROCESSING</vt:lpstr>
      <vt:lpstr>                                 CONT.,</vt:lpstr>
      <vt:lpstr>                        EXISTING SYSTEM</vt:lpstr>
      <vt:lpstr>  DASHBOARD IMPLEMENTATION</vt:lpstr>
      <vt:lpstr>TOOLS AND TECHNOLOGY</vt:lpstr>
      <vt:lpstr>PowerPoint Presentation</vt:lpstr>
      <vt:lpstr>                     WORKFLOW CHART</vt:lpstr>
      <vt:lpstr>                           CONCLUSION</vt:lpstr>
      <vt:lpstr>FUTURE ENHANCEMENTS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Yadhavaramanan C</dc:creator>
  <cp:lastModifiedBy>Jayanthan Senthilkumar</cp:lastModifiedBy>
  <cp:revision>1</cp:revision>
  <dcterms:created xsi:type="dcterms:W3CDTF">2025-10-13T13:40:32Z</dcterms:created>
  <dcterms:modified xsi:type="dcterms:W3CDTF">2025-11-17T06:16:18Z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